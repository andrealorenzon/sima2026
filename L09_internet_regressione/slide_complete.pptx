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d17ceee4-a374-62f0-68d3-d1b8611c72e9}">
          <p14:sldIdLst>
            <p14:sldId id="256"/>
            <p14:sldId id="257"/>
          </p14:sldIdLst>
        </p14:section>
        <p14:section name="Spiegazione" id="{7c515128-7690-3e6f-9d03-67d4e7da7b1e}">
          <p14:sldIdLst>
            <p14:sldId id="258"/>
            <p14:sldId id="259"/>
            <p14:sldId id="260"/>
          </p14:sldIdLst>
        </p14:section>
        <p14:section name="Task" id="{d3c0fccd-5640-cbcc-f588-10d861c1f6cc}">
          <p14:sldIdLst>
            <p14:sldId id="261"/>
          </p14:sldIdLst>
        </p14:section>
        <p14:section name="Debrief" id="{e5d29458-f8fc-d7d8-6ca6-cc2253c3bc62}">
          <p14:sldIdLst>
            <p14:sldId id="262"/>
            <p14:sldId id="263"/>
            <p14:sldId id="264"/>
          </p14:sldIdLst>
        </p14:section>
        <p14:section name="Chiusura" id="{f400984a-d0b8-ab9c-cf3e-464461792a8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novità: dati veri e la regressione. La regressione si usa come scatola nera: lanciarla e leggerla, non derivarla.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aprire la pagina GitHub di Our World in Data (owid/co2-data), mostrare il file CSV e il file che descrive le colonne (codebook). Leggere sempre la descrizione delle colonne prima di usarle.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anticipare il problema degli aggregati: il passo 4 del task serve a scoprirlo.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summary è lungo e spaventa: indicare solo i tre numeri da leggere. Il resto (errori standard, p-value) verrà nei corsi di metodi.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download del CSV richiede qualche secondo. Al passo 4 la somma sarà enorme: chiedere cosa contiene davvero la colonna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numeri possono cambiare leggermente se Our World in Data aggiorna i dati: è il rischio dei dati online. Restano 1.000 Mt di differenza tra somma dei paesi e World: aviazione e navigazione internazionali.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Domanda finale del task: assumere una persona fa fatturare 140 mila euro in più? No: associazione, non causa. Il coefficiente scende aggiungendo la R&amp;S: classico segnale di variabile omessa, da non approfondire 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Dati da internet e una regressione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L9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Leggere dati dal web, la regressione con statsmodels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CO₂ nel mondo, fatturato e addetti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Gli aggregati nascosti e le osservazioni perse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Dati da internet: un indirizzo al posto del file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7498080" cy="1280160"/>
          </a:xfrm>
          <a:prstGeom prst="roundRect">
            <a:avLst>
              <a:gd name="adj" fmla="val 8571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"https://raw.githubusercontent.com/owid/...csv"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 = pd.read_csv(url)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1064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Molti enti pubblicano dati scaricabili: Our World in Data, Eurostat, ISTAT, Banca d'Italia, World Bank.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Se il file è online, read_csv e read_excel accettano direttamente l'indirizzo.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Il vantaggio: rilanci il notebook e hai i dati aggiornati.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0F4C5C"/>
                </a:solidFill>
              </a:rPr>
              <a:t>Il rischio: i dati cambiano, e con loro i tuoi risultati. Annota quando li hai scaricati.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Leggere la descrizione dei dati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PRIMA DI ANALIZZARE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Ogni dataset serio ha una descrizione delle colonne (codebook): unità di misura, fonte, cosa contiene davvero ogni riga.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LA DOMANDA CHIAVE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Cosa rappresenta una riga? Un paese in un anno? O anche un continente, un gruppo di paesi, il mondo intero?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Le stesse domande della L2, su dati che non hai preparato tu.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Una regressione in una riga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737360"/>
          </a:xfrm>
          <a:prstGeom prst="roundRect">
            <a:avLst>
              <a:gd name="adj" fmla="val 6316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statsmodels.formula.api as smf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smf.ols("fatturato ~ addetti", data=df).fit()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print(m.summary())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82880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 ~ x": y in funzione di x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 ~ x + z": più variabili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OLS: la retta che passa più vicino ai punti.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di quanto cambia y, in media, se x aumenta di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quanta parte della variabilità di y è descritta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Observations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su quante righe è stata stimata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Associazione, non causa: la causalità è il mestiere dei vostri corsi di econometria.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CO₂ e fatturato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Dati veri, una regressione, e qualche sorpresa.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Quello che i dati non dicono da soli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mondo contato sei volte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4C5C"/>
                </a:solidFill>
              </a:rPr>
              <a:t>240.370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somma di tutte le righe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milioni di t di CO₂, 2022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37.528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riga «World»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milioni di t di CO₂, 2022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La colonna country contiene anche continenti, UE, gruppi di reddito, il mondo.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Gli aggregati non hanno iso_code: filtrando restano 218 paesi.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Cosa rappresenta una riga? Prima domanda, sempre.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Leggere la regressione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4C5C"/>
                </a:solidFill>
              </a:rPr>
              <a:t>140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coefficiente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migliaia di € per addetto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94760" y="1965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0,73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R²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1965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4C5C"/>
                </a:solidFill>
              </a:rPr>
              <a:t>2.375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osservazioni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 2.500!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1828800"/>
            <a:ext cx="2194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0"/>
                </a:solidFill>
              </a:rPr>
              <a:t>Le righe con un valore mancante vengono escluse in silenzio.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0"/>
                </a:solidFill>
              </a:rPr>
              <a:t>Aggiungendo la R&amp;S: coefficiente 116, osservazioni 2.255.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Ogni volta che riporti una regressione, riporta anche su quante osservazioni.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dal notebook allo script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scegliete domanda e dati per il mini-progetto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L9 — Dati da internet e una regressione</dc:title>
  <dc:subject>PptxGenJS Presentation</dc:subject>
  <dc:creator>SIMA 2026</dc:creator>
  <cp:lastModifiedBy>SIMA 2026</cp:lastModifiedBy>
  <cp:revision>1</cp:revision>
  <dcterms:created xsi:type="dcterms:W3CDTF">2026-10-25T09:30:44Z</dcterms:created>
  <dcterms:modified xsi:type="dcterms:W3CDTF">2026-10-25T09:30:44Z</dcterms:modified>
</cp:coreProperties>
</file>