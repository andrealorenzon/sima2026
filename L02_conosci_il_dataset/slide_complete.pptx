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d7e8f2c-4547-16c8-4bb9-ca42eebcb557}">
          <p14:sldIdLst>
            <p14:sldId id="256"/>
            <p14:sldId id="257"/>
          </p14:sldIdLst>
        </p14:section>
        <p14:section name="Spiegazione" id="{a51ff9be-3a18-e473-e6e8-91de1643b5f1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ask" id="{5ea2db50-7142-9e38-8095-b70ca43f1473}">
          <p14:sldIdLst>
            <p14:sldId id="269"/>
          </p14:sldIdLst>
        </p14:section>
        <p14:section name="Debrief" id="{b2c3a0b0-8865-9fdd-6fd4-be27f53605cf}">
          <p14:sldIdLst>
            <p14:sldId id="270"/>
            <p14:sldId id="271"/>
            <p14:sldId id="272"/>
            <p14:sldId id="273"/>
            <p14:sldId id="274"/>
          </p14:sldIdLst>
        </p14:section>
        <p14:section name="Chiusura" id="{6c35ec94-f5e9-cb89-3385-ffb31ae05d6b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liste torneranno di continuo: più colonne (subito, nella prossima slide), i risultati di un ciclo e l'elenco dei file (L8). DEMO: regioni[0:2] e len dopo append.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la riga di caselle con la lavagna di Zoom (Condividi → Lavagna)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Partire dalla domanda finale: far dire alla classe le tre cose che non convincono.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il primo strumento di verifica è il buon senso. Sapere quanti dati ti aspetti.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errore esatto cambia con la versione di pandas: in Colab può dire 'Could not convert ... to numeric'. Mostrare quello che hanno ottenuto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quante imprese lombarde ci sono davvero? Non lo sappiamo finché non puliamo. Anticipa L3 e L6 (merge).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anche valori mancanti e date in due formati: se qualcuno li ha notati, bene; altrimenti li scopriamo nella L3.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liste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766560" cy="2926080"/>
          </a:xfrm>
          <a:prstGeom prst="roundRect">
            <a:avLst>
              <a:gd name="adj" fmla="val 375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309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 = ["Lombardia", "Lazio", "Sicilia"]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len(regioni)        # 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regioni[0]          # "Lombardia"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regioni[-1]         # "Sicilia"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regioni.append("Puglia")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680960" y="1828800"/>
            <a:ext cx="393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sequenza di valori tra parentesi quadre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Si conta da 0, come in tutto Python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Lo slicing funziona come sul testo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0F4C5C"/>
                </a:solidFill>
              </a:rPr>
              <a:t>Più colonne di una tabella? Una lista di nomi.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condizione: == chiede «è uguale?»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Cosa non torna nel dataset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conti non tornano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4C5C"/>
                </a:solidFill>
              </a:rPr>
              <a:t>2.500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</a:rPr>
              <a:t>righe attese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imprese × 5 anni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8056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2.515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righe nel file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2880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9E2A2B"/>
                </a:solidFill>
              </a:rPr>
              <a:t>15 righe in più.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Probabilmente duplicati: la stessa impresa, lo stesso anno, due volte.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Un controllo da fare a mente, in 10 secondi. Nessun codice lo fa per 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fatturato è testo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df["fatturato"].mean()</a:t>
            </a:r>
            <a:endParaRPr lang="en-US" sz="1800" dirty="0"/>
          </a:p>
        </p:txBody>
      </p:sp>
      <p:sp>
        <p:nvSpPr>
          <p:cNvPr id="6" name="card-err"/>
          <p:cNvSpPr/>
          <p:nvPr/>
        </p:nvSpPr>
        <p:spPr>
          <a:xfrm>
            <a:off x="548640" y="2880360"/>
            <a:ext cx="55778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... string ...</a:t>
            </a:r>
            <a:endParaRPr lang="en-US" sz="1800" dirty="0"/>
          </a:p>
        </p:txBody>
      </p:sp>
      <p:sp>
        <p:nvSpPr>
          <p:cNvPr id="9" name="card-code"/>
          <p:cNvSpPr/>
          <p:nvPr/>
        </p:nvSpPr>
        <p:spPr>
          <a:xfrm>
            <a:off x="548640" y="416052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617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df["fatturato"].max()</a:t>
            </a:r>
            <a:endParaRPr lang="en-US" sz="1800" dirty="0"/>
          </a:p>
        </p:txBody>
      </p:sp>
      <p:sp>
        <p:nvSpPr>
          <p:cNvPr id="12" name="card-out"/>
          <p:cNvSpPr/>
          <p:nvPr/>
        </p:nvSpPr>
        <p:spPr>
          <a:xfrm>
            <a:off x="548640" y="530352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440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60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'n.d.'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2A2B"/>
                </a:solidFill>
              </a:rPr>
              <a:t>La media si ferma con un errore. Il massimo no.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2004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Il massimo di un testo è in ordine alfabetico: «n» viene dopo le cifre.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Perché è testo? Il file usa la virgola decimale italiana (1.032,9) e contiene "n.d.".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È la trappola "5000" * 2 della L1, su un file vero.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Lombardia non è lombardia</a:t>
            </a:r>
            <a:endParaRPr lang="en-US" sz="3600" dirty="0"/>
          </a:p>
        </p:txBody>
      </p:sp>
      <p:sp>
        <p:nvSpPr>
          <p:cNvPr id="3" name="card-out"/>
          <p:cNvSpPr/>
          <p:nvPr/>
        </p:nvSpPr>
        <p:spPr>
          <a:xfrm>
            <a:off x="548640" y="1737360"/>
            <a:ext cx="5577840" cy="3657600"/>
          </a:xfrm>
          <a:prstGeom prst="roundRect">
            <a:avLst>
              <a:gd name="adj" fmla="val 3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302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Emilia-Romagna 147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 46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Per Python sono valori diversi: maiuscole, spazi finali, trattini.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Le due «Lombardia» uguali? Una ha uno spazio alla fine: non si vede, ma c'è.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9E2A2B"/>
                </a:solidFill>
              </a:rPr>
              <a:t>Se raggruppi per regione così com'è, la Lombardia viene spezzata in quattro.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trovato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Fatturato come testo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virgola decimale e "n.d."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15 righe in più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probabili duplicati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Regioni scritte male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maiuscole, spazi, trattini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Addetti negativi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-12: impossibile (bonus)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Solo uno di questi problemi ha prodotto un errore. Gli altri erano silenziosi.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lezioni, ed esercizi C1-C2 del notebook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2026-10-25T09:30:40Z</dcterms:created>
  <dcterms:modified xsi:type="dcterms:W3CDTF">2026-10-25T09:30:40Z</dcterms:modified>
</cp:coreProperties>
</file>