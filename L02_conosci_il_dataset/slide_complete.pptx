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fa0a288-c9ab-7dec-69fa-0972b26fb171}">
          <p14:sldIdLst>
            <p14:sldId id="256"/>
            <p14:sldId id="257"/>
          </p14:sldIdLst>
        </p14:section>
        <p14:section name="Spiegazione" id="{9f570319-bba4-5be0-22dc-21a99c46e00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ask" id="{393cbcac-07b1-ac06-b38b-49f60c3a06e7}">
          <p14:sldIdLst>
            <p14:sldId id="268"/>
          </p14:sldIdLst>
        </p14:section>
        <p14:section name="Debrief" id="{392fc6ec-b699-50be-d7cc-e45e579be821}">
          <p14:sldIdLst>
            <p14:sldId id="269"/>
            <p14:sldId id="270"/>
            <p14:sldId id="271"/>
            <p14:sldId id="272"/>
            <p14:sldId id="273"/>
          </p14:sldIdLst>
        </p14:section>
        <p14:section name="Chiusura" id="{5a3de7f2-f75d-a972-2052-e1d01158e8d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2026-10-06T08:37:03Z</dcterms:created>
  <dcterms:modified xsi:type="dcterms:W3CDTF">2026-10-06T08:37:03Z</dcterms:modified>
</cp:coreProperties>
</file>