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82a8678-a47d-31ec-ce8d-ccef7021e001}">
          <p14:sldIdLst>
            <p14:sldId id="256"/>
            <p14:sldId id="257"/>
          </p14:sldIdLst>
        </p14:section>
        <p14:section name="Spiegazione" id="{64346b66-9efd-6435-a675-afbfe4890606}">
          <p14:sldIdLst>
            <p14:sldId id="258"/>
            <p14:sldId id="259"/>
            <p14:sldId id="260"/>
            <p14:sldId id="261"/>
            <p14:sldId id="262"/>
          </p14:sldIdLst>
        </p14:section>
        <p14:section name="Task" id="{ebb6e547-fc90-ebae-f7ee-79aa80162f93}">
          <p14:sldIdLst>
            <p14:sldId id="263"/>
          </p14:sldIdLst>
        </p14:section>
        <p14:section name="Debrief" id="{57a83281-98e0-da6d-8101-39b1e8ef35a9}">
          <p14:sldIdLst>
            <p14:sldId id="264"/>
            <p14:sldId id="265"/>
            <p14:sldId id="266"/>
            <p14:sldId id="267"/>
            <p14:sldId id="268"/>
          </p14:sldIdLst>
        </p14:section>
        <p14:section name="Chiusura" id="{6ee69acd-7f2c-50bd-6e6d-1e98acc5fb1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Ripasso veloce della L1: variabili, tipi, la trappola "5000" * 2. Oggi lo stesso problema dei tipi torna fuori, ma su un file 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Stesso formato della L1.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caricare imprese.xlsx in Colab, poi df da solo in una cella per vedere la tabella. Sottolineare che df è una variabile come capitale nella L1, solo che contiene una tabella intera.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Nessuno scrive da zero il codice per leggere un Excel: qualcuno l'ha già fatto. Una libreria è codice di altri, pronto da usare. In Colab sono già installate.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df è una convenzione, non un obbligo. Far notare che l'indice parte da 0: domanda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astratto, tenerlo leggero. In Colab: scrivere df. e premere Tab per vedere tutto quello che si può chiedere.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serve memorizzare i comandi: serve ricordarsi le domande. I comandi si cercano.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segnarsi chi trova i problemi e come. Molti al passo 7 vedranno 'n.d.' come massimo e non si faranno domande: è il punto del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Partire dalla domanda finale: far dire alla classe le tre cose che non convincono.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messaggio: il primo strumento di verifica è il buon senso. Sapere quanti dati ti aspetti.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di errore esatto cambia con la versione di pandas: in Colab può dire 'Could not convert ... to numeric'. Mostrare quello che hanno ottenuto loro.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Chiedere: quante imprese lombarde ci sono davvero? Non lo sappiamo finché non puliamo. Anticipa L3 e L5 (merge).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 sono anche valori mancanti e date in due formati: se qualcuno li ha notati, bene; altrimenti li scopriamo nella L3.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lezioni Kaggle: Creating, Reading and Writing; Indexing, Selecting &amp; Assigning.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Conosci il tuo dataset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L2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Librerie, DataFrame, metodi e attributi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Esplorare imprese.xlsx,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Cosa non torna nel dataset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Excel a Python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Excel il file lo apri e lo guardi.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Python lo carichi in una variabile e gli fai domande.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file originale non viene mai modificato.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011680"/>
          </a:xfrm>
          <a:prstGeom prst="roundRect">
            <a:avLst>
              <a:gd name="adj" fmla="val 545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pd.read_excel(url)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02336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4805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il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 è nella variabile df)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librerie: attrezzi già pronti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Tabelle: leggere, filtrare, riassumere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34340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97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4340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matplotlib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Grafici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1381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3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3816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statsmodels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813816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Statistica ed econometria</a:t>
            </a:r>
            <a:endParaRPr lang="en-US" sz="1600" dirty="0"/>
          </a:p>
        </p:txBody>
      </p:sp>
      <p:sp>
        <p:nvSpPr>
          <p:cNvPr id="15" name="card-code"/>
          <p:cNvSpPr/>
          <p:nvPr/>
        </p:nvSpPr>
        <p:spPr>
          <a:xfrm>
            <a:off x="548640" y="448056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77240" y="4617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93776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949440" y="448056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prende la libreria;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pd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le dà un nome corto.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DataFrame</a:t>
            </a:r>
            <a:endParaRPr lang="en-US" sz="3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45920"/>
                <a:gridCol w="2377440"/>
                <a:gridCol w="1097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id_impresa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regione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anno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addetti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82880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tabella, come un foglio Excel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riga è un'osservazione: un'impresa in un anno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colonna ha un nome e un tipo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A sinistra l'indice: il numero della riga, parte da 0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475488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92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21208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    # una colonna sola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Fare domande a un oggetto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Metodo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un'azione: ha le parentesi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df.head(3)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prime 3 righe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Attributo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un'informazione: niente parentesi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(2515, 9)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df è un oggetto: dati, più tutte le cose che puoi chiedergli. Il punto le collega.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domande da fare sempre a un dataset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Quanto è grande?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644652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Di che tipo sono le colonne?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df.dtypes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Quanti valori diversi?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df["col"].nunique()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4652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Quali valori, e quante volte?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45236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df["col"].value_counts()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Prima di qualunque analisi. Sempre.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conosci il tuo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Un collega ti manda imprese.xlsx. Ti puoi fidare?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Cosa non torna nel dataset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 conti non tornano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F4C5C"/>
                </a:solidFill>
              </a:rPr>
              <a:t>2.500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C5C"/>
                </a:solidFill>
              </a:rPr>
              <a:t>righe attese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imprese × 5 anni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480560" y="173736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46320" y="2011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</a:rPr>
              <a:t>2.515</a:t>
            </a:r>
            <a:endParaRPr lang="en-US" sz="64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righe nel file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182880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9E2A2B"/>
                </a:solidFill>
              </a:rPr>
              <a:t>15 righe in più.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Probabilmente duplicati: la stessa impresa, lo stesso anno, due volte.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Un controllo da fare a mente, in 10 secondi. Nessun codice lo fa per 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fatturato è testo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df["fatturato"].mean()</a:t>
            </a:r>
            <a:endParaRPr lang="en-US" sz="1800" dirty="0"/>
          </a:p>
        </p:txBody>
      </p:sp>
      <p:sp>
        <p:nvSpPr>
          <p:cNvPr id="6" name="card-err"/>
          <p:cNvSpPr/>
          <p:nvPr/>
        </p:nvSpPr>
        <p:spPr>
          <a:xfrm>
            <a:off x="548640" y="2880360"/>
            <a:ext cx="55778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017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... string ...</a:t>
            </a:r>
            <a:endParaRPr lang="en-US" sz="1800" dirty="0"/>
          </a:p>
        </p:txBody>
      </p:sp>
      <p:sp>
        <p:nvSpPr>
          <p:cNvPr id="9" name="card-code"/>
          <p:cNvSpPr/>
          <p:nvPr/>
        </p:nvSpPr>
        <p:spPr>
          <a:xfrm>
            <a:off x="548640" y="4160520"/>
            <a:ext cx="557784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4297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617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df["fatturato"].max()</a:t>
            </a:r>
            <a:endParaRPr lang="en-US" sz="1800" dirty="0"/>
          </a:p>
        </p:txBody>
      </p:sp>
      <p:sp>
        <p:nvSpPr>
          <p:cNvPr id="12" name="card-out"/>
          <p:cNvSpPr/>
          <p:nvPr/>
        </p:nvSpPr>
        <p:spPr>
          <a:xfrm>
            <a:off x="548640" y="530352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5440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760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'n.d.'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17373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2A2B"/>
                </a:solidFill>
              </a:rPr>
              <a:t>La media si ferma con un errore. Il massimo no.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20040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Il massimo di un testo è in ordine alfabetico: «n» viene dopo le cifre.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Perché è testo? Il file usa la virgola decimale italiana (1.032,9) e contiene "n.d.".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F4C5C"/>
                </a:solidFill>
              </a:rPr>
              <a:t>È la trappola "5000" * 2 della L1, su un file vero.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Lombardia non è lombardia</a:t>
            </a:r>
            <a:endParaRPr lang="en-US" sz="3600" dirty="0"/>
          </a:p>
        </p:txBody>
      </p:sp>
      <p:sp>
        <p:nvSpPr>
          <p:cNvPr id="3" name="card-out"/>
          <p:cNvSpPr/>
          <p:nvPr/>
        </p:nvSpPr>
        <p:spPr>
          <a:xfrm>
            <a:off x="548640" y="1737360"/>
            <a:ext cx="5577840" cy="3657600"/>
          </a:xfrm>
          <a:prstGeom prst="roundRect">
            <a:avLst>
              <a:gd name="adj" fmla="val 3000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302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Emilia-Romagna 147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 Romagna  46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182880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Per Python sono valori diversi: maiuscole, spazi finali, trattini.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Le due «Lombardia» uguali? Una ha uno spazio alla fine: non si vede, ma c'è.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9E2A2B"/>
                </a:solidFill>
              </a:rPr>
              <a:t>Se raggruppi per regione così com'è, la Lombardia viene spezzata in quattro.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Cosa abbiamo trovato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Fatturato come testo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virgola decimale e "n.d."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15 righe in più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probabili duplicati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Regioni scritte male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maiuscole, spazi, trattini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Addetti negativi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-12: impossibile (bonus)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Solo uno di questi problemi ha prodotto un errore. Gli altri erano silenziosi.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prime due lezioni (~40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 — Conosci il tuo dataset</dc:title>
  <dc:subject>PptxGenJS Presentation</dc:subject>
  <dc:creator>SIMA 2026</dc:creator>
  <cp:lastModifiedBy>SIMA 2026</cp:lastModifiedBy>
  <cp:revision>1</cp:revision>
  <dcterms:created xsi:type="dcterms:W3CDTF">2026-10-06T08:12:07Z</dcterms:created>
  <dcterms:modified xsi:type="dcterms:W3CDTF">2026-10-06T08:12:07Z</dcterms:modified>
</cp:coreProperties>
</file>