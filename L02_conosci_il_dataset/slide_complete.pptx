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e53a7e7-5b3a-f781-6e64-618f7725cfac}">
          <p14:sldIdLst>
            <p14:sldId id="256"/>
            <p14:sldId id="257"/>
          </p14:sldIdLst>
        </p14:section>
        <p14:section name="Spiegazione" id="{cdb871e0-6cd7-a8f0-f4f6-bf0dd4d4d2c5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ask" id="{abc88de7-1187-cea8-bbb8-9a4aa1b3b2f1}">
          <p14:sldIdLst>
            <p14:sldId id="267"/>
          </p14:sldIdLst>
        </p14:section>
        <p14:section name="Debrief" id="{47c2ffe2-edcb-795f-a16a-06725b2d137c}">
          <p14:sldIdLst>
            <p14:sldId id="268"/>
            <p14:sldId id="269"/>
            <p14:sldId id="270"/>
            <p14:sldId id="271"/>
            <p14:sldId id="272"/>
          </p14:sldIdLst>
        </p14:section>
        <p14:section name="Chiusura" id="{14b90a6a-44cb-6299-52c0-71b89d1e6eea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alla lavagna la riga di caselle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L5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2026-10-06T08:29:22Z</dcterms:created>
  <dcterms:modified xsi:type="dcterms:W3CDTF">2026-10-06T08:29:22Z</dcterms:modified>
</cp:coreProperties>
</file>