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df2d334-9c6b-2439-12a0-04abea0d35b9}">
          <p14:sldIdLst>
            <p14:sldId id="256"/>
            <p14:sldId id="257"/>
          </p14:sldIdLst>
        </p14:section>
        <p14:section name="Spiegazione" id="{306644ae-1399-625c-3ef6-60c53a3f65a5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41394728-ea93-2b7a-8fff-272d096f4ec4}">
          <p14:sldIdLst>
            <p14:sldId id="265"/>
          </p14:sldIdLst>
        </p14:section>
        <p14:section name="Debrief" id="{d9819b95-2c26-dd06-eea1-0297465fad26}">
          <p14:sldIdLst>
            <p14:sldId id="266"/>
            <p14:sldId id="267"/>
            <p14:sldId id="268"/>
            <p14:sldId id="269"/>
            <p14:sldId id="270"/>
          </p14:sldIdLst>
        </p14:section>
        <p14:section name="Chiusura" id="{463c111f-120e-733a-6d7b-edec17d4622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nuovo ma piccolo. Il passo 9 del task è un riscaldamento sui dizionari prima di usarli con replace. Torneranno nella L5 e nella L6 (per far restituire più risultati a una funzione).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ottenuto 1.621? Come se n'è accorto? Se qualcuno ha usato Gemini: l'ordine giusto l'ha azzeccato?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 in migliaia di euro. Chiedere che soglie hanno scelto: qualunque valore tra circa 65.000 e 300.000 dà lo stesso risultato. La scelta va giustificata, non indovinata.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Valle D'Aosta con la D maiuscola sembra innocuo, ma nella L5 farà fallire l'unione con la tabella delle regioni.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dizionari: coppie chiave → valore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 = {"Lazio": "Roma",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"Veneto": "Venezia"}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capoluoghi["Lazio"]</a:t>
            </a:r>
            <a:endParaRPr lang="en-US" sz="1600" dirty="0"/>
          </a:p>
        </p:txBody>
      </p:sp>
      <p:sp>
        <p:nvSpPr>
          <p:cNvPr id="9" name="card-out"/>
          <p:cNvSpPr/>
          <p:nvPr/>
        </p:nvSpPr>
        <p:spPr>
          <a:xfrm>
            <a:off x="393192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605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"Roma"</a:t>
            </a:r>
            <a:endParaRPr lang="en-US" sz="1600" dirty="0"/>
          </a:p>
        </p:txBody>
      </p:sp>
      <p:sp>
        <p:nvSpPr>
          <p:cNvPr id="12" name="card-code"/>
          <p:cNvSpPr/>
          <p:nvPr/>
        </p:nvSpPr>
        <p:spPr>
          <a:xfrm>
            <a:off x="548640" y="434340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006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df["citta"].replace({"Milan": "Milano",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"Rome": "Roma"})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1828800"/>
            <a:ext cx="4114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Tra parentesi graffe, coppie chiave: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Con la chiave tra parentesi quadre leggi il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Come un vocabolario: cerchi la parola, trovi la definizione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replace usa un dizionario come tabella di correzioni: sbagliato → giusto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Le trappole silenziose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L'ordine delle sostituzioni conta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Prima la virgola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"1.032.9"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9E2A2B"/>
                </a:solidFill>
              </a:rPr>
              <a:t>1.621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0F4C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Prima il punto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"1032,9" → "1032.9"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50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stesse funzioni, nessun errore. Solo il conteggio dei mancanti ti salva.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fatturato di 24 milioni?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</a:rPr>
              <a:t>1.407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4C5C"/>
                </a:solidFill>
              </a:rPr>
              <a:t>fatturato mediano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8056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24.586.100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fatturato massimo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8288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Cinque valori enormi, poi un salto netto.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Negli altri anni la stessa impresa fattura circa mille volte meno: inseriti in euro, non in migliaia.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4C5C"/>
                </a:solidFill>
              </a:rPr>
              <a:t>Decisione: soglia 200.000, divisi per 1.000.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Il codice non sa che è un errore. Lo sai tu, perché conosci i dati.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scorciatoie automatiche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df["regione"].str.strip().str.title()</a:t>
            </a:r>
            <a:endParaRPr lang="en-US" sz="17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Valle d'Aosta  →  Valle D'Aosta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→  Emilia Romagna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regioni: 21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.title() sistema le maiuscole, ma rompe Valle d'Aosta e non aggiunge il trattino.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Più sicuro: strip() e poi correzioni esplicite con replace().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Ce ne accorgeremo nella L5, quando uniremo i dati delle regioni.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nostre decisioni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389120"/>
                <a:gridCol w="3200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Problema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Decisione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Verifica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15 righe duplicate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eliminate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2.500 righe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fatturato come testo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convertito, "n.d." → mancante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50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 fatturati in euro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divisi per 1.000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massimo plausibile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regioni scritte male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strip + correzioni esplicite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20 regioni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addetti negativi (IMP0253, 2019)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corretto a 12, su indicazione del collega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nessun negativo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valori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lasciati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isna().sum()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Questa tabella, in un lavoro vero, va scritta. Tra sei mesi non te la ricorderai.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2026-10-06T09:20:21Z</dcterms:created>
  <dcterms:modified xsi:type="dcterms:W3CDTF">2026-10-06T09:20:21Z</dcterms:modified>
</cp:coreProperties>
</file>