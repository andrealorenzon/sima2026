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2280a0e-d85c-0b65-ea80-017cf69e53ae}">
          <p14:sldIdLst>
            <p14:sldId id="256"/>
            <p14:sldId id="257"/>
          </p14:sldIdLst>
        </p14:section>
        <p14:section name="Spiegazione" id="{ddb8d464-05f5-7b06-210c-24d7b68df3b3}">
          <p14:sldIdLst>
            <p14:sldId id="258"/>
            <p14:sldId id="259"/>
            <p14:sldId id="260"/>
            <p14:sldId id="261"/>
          </p14:sldIdLst>
        </p14:section>
        <p14:section name="Task" id="{14423c49-9846-1ce9-6edd-6dbd9842a05e}">
          <p14:sldIdLst>
            <p14:sldId id="262"/>
          </p14:sldIdLst>
        </p14:section>
        <p14:section name="Debrief" id="{53f168da-2628-ef90-ab7f-aa1d76dca858}">
          <p14:sldIdLst>
            <p14:sldId id="263"/>
            <p14:sldId id="264"/>
            <p14:sldId id="265"/>
          </p14:sldIdLst>
        </p14:section>
        <p14:section name="Mini-progetto" id="{32f87eac-9f44-4ef5-2773-3b2d86b3ad5e}">
          <p14:sldIdLst>
            <p14:sldId id="266"/>
          </p14:sldIdLst>
        </p14:section>
        <p14:section name="Chiusura" id="{49a4b80d-990b-aa95-c401-40859cbadee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lezione. Il tema: la riproducibilità. Un'analisi che nessuno può rifare non vale molto, nemmeno per chi l'ha fatta.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concreto: il revisore di un articolo chiede di rifare un'analisi. Con uno script: un comando. Con un notebook eseguito in disordine: auguri.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tra parentesi quadre accanto alle celle di Colab ([1], [2]...) dicono in che ordine sono state eseguite: farli notare. Runtime → Riavvia ed esegui tutto è il test minimo prima di condividere un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proprio computer lo script si scrive con un editor (VS Code) e si lancia dal terminale con lo stesso comando, senza il punto esclamativo.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sintesi del corso: generare codice è facile, verificarlo è il mestiere.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Parte 3 molti si fermeranno alla prima differenza (media/mediana). Chiedere: ce n'è un'altra.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 in migliaia di euro, anno 2022. Collegare alla L1 (= e ==, confronti) e alla L5 (media e mediana): sono le stesse cose, viste in un contesto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 temi sono arrivati prima della lezione, durante il task passa nelle stanze a dire a ogni gruppo se la domanda è fattibile. Chi non l'ha mandato lo manda entro due giorni.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L11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Notebook e script, l'ordine di esecuzione, leggere codice altrui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tuo primo script e lo script di Gemini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serve per rifare un'analisi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Notebook e 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NOTEBOOK (.IPYNB)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Per esplorare: provi, guardi, correggi. Le celle si eseguono in qualsiasi ordine, e il notebook ricorda tutto quello che hai fatto prima.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SCRIPT (.PY)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 rifare: si esegue sempre dall'inizio alla fine, nello stesso ordine, partendo da zero. È solo testo.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Si esplora nel notebook, si consegna lo script.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notebook ricorda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013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A</a:t>
            </a:r>
            <a:endParaRPr lang="en-US" sz="169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1000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B</a:t>
            </a:r>
            <a:endParaRPr lang="en-US" sz="1690" dirty="0"/>
          </a:p>
        </p:txBody>
      </p:sp>
      <p:sp>
        <p:nvSpPr>
          <p:cNvPr id="9" name="Shape 7"/>
          <p:cNvSpPr/>
          <p:nvPr/>
        </p:nvSpPr>
        <p:spPr>
          <a:xfrm>
            <a:off x="1325880" y="26517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capitale * 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30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C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1325880" y="35661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7804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1100.0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651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B,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1331.0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riavvio, poi C</a:t>
            </a:r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NameError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Stesso codice, tre risultati diversi. La storia delle esecuzioni non è scritta da nessuna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Uno script in Colab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analisi.py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88620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analisi.py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salva la cella in un file, senza eseguirla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lo esegue da zero, dall'inizio alla fine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In cima: chi, quando, quali dati, cosa fa.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il codice degli altri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dice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commento, il nome della funzione, la richiesta fatta a Gemini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fa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riga per riga: filtri, confronti, funzioni di riepilogo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Coincidono?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se no, ha ragione il codice: è lui che produce i numeri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Uno script che gira senza errori non è uno script giusto. Vale anche, e soprattutto, per quello scritto dall'AI.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tuo primo script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Scrivilo, eseguilo da zero, poi controlla quello di Gemini.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Rifare un'analisi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Lo script di Gemini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10</a:t>
            </a:r>
            <a:pPr indent="0" marL="0">
              <a:buNone/>
            </a:pPr>
            <a:r>
              <a:rPr lang="en-US" sz="2000" b="1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2E6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7373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«almeno 10 addetti»: le 21 imprese con esattamente 10 addetti erano escluse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</a:t>
            </a:r>
            <a:pPr indent="0" marL="0">
              <a:buNone/>
            </a:pPr>
            <a:r>
              <a:rPr lang="en-US" sz="2000" b="1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2E6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median()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3375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il commento chiedeva la mediana: per l'agroalimentare 6.451 invece di 2.580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Nessun errore, numeri plausibili: due sbagli trovati solo leggendo.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Cosa serve per rifare un'analisi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 dati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o dove scaricarli, e quando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Lo script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che parte da zero e arriva al risultato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Le librerie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requirements.txt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258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Le decisioni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 pulizia, scritte (L3)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Il repository del corso è un esempio: dati, codice e istruzioni nello stesso posto.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mini-progetto finale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Una domanda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piccola e precisa, con i dati che avete scelto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 casa, in 3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fino all'ultimo incontro, con uno sportello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Il notebook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lo script, che girano da zero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258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10 minuti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 ognuno sa spiegare tutto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Istruzioni, tappe e criteri: nel notebook dell'E12. Il giorno prima dell'ultimo incontro mandate il link.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Ora tocca a voi: il mini-progetto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Una domanda, dei dati, uno script, un grafico onesto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L11 — Dal notebook allo script</dc:title>
  <dc:subject>PptxGenJS Presentation</dc:subject>
  <dc:creator>SIMA 2026</dc:creator>
  <cp:lastModifiedBy>SIMA 2026</cp:lastModifiedBy>
  <cp:revision>1</cp:revision>
  <dcterms:created xsi:type="dcterms:W3CDTF">2026-10-25T09:30:44Z</dcterms:created>
  <dcterms:modified xsi:type="dcterms:W3CDTF">2026-10-25T09:30:44Z</dcterms:modified>
</cp:coreProperties>
</file>