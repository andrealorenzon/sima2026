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6c14c39-b7fb-3912-6f98-b8f250657934}">
          <p14:sldIdLst>
            <p14:sldId id="256"/>
            <p14:sldId id="257"/>
          </p14:sldIdLst>
        </p14:section>
        <p14:section name="Spiegazione" id="{a8fdfc7f-1cf9-b850-0ee6-84bd3399be3f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ask" id="{c5c8236b-a038-baa8-0a19-1eb4e175316e}">
          <p14:sldIdLst>
            <p14:sldId id="265"/>
          </p14:sldIdLst>
        </p14:section>
        <p14:section name="Extra" id="{398cbccb-da8e-d17c-a929-8cc6b5162a12}">
          <p14:sldIdLst>
            <p14:sldId id="266"/>
          </p14:sldIdLst>
        </p14:section>
        <p14:section name="Chiusura" id="{7d4144e8-64ae-01dd-8fe6-f27e63ebd15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Benvenuto. Presentazione rapida del corso: sei settimane, formato fisso (spiegazione, task, debrief). Obiettivo: non imparare a memoria, ma saper cercare e verificare.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formato è sempre lo stesso: imparano la forma una volta sola. Il task è il cuore della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righe, eseguite dall'alto in basso. Se scambio l'ordine (print prima delle variabili) non funziona: è il primo concetto da far passare.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README su GitHub, pulsante Open in Colab, eseguire una cella, modificarla, rieseguirla. Mostrare File &gt; Salva una copia in Drive: senza, perdono il lavoro.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pulsante Gemini in Colab, fare la richiesta, leggere insieme riga per riga il codice prodotto. Chiedere alla classe: il risultato è plausibile? Come lo verifichiamo? (1000 x 1.03^10 circa 1344)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provocare l'errore, leggere il messaggio, cercare l'ultima riga su Google e aprire il primo risultato insieme.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Insistere sul limite dei 10 minuti: meglio chiedere che perdere mezz'ora.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dal vivo: Condividi in alto a destra, aggiungere un indirizzo, scegliere Editor. L'indirizzo vero è solo nella mail, non nei materiali pubblici.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Zoom: stanze separate da 3. Comporre i gruppi mescolando chi ha già qualche esperienza (Stata, R, Excel avanzato) con chi parte da zero. Gruppi fissi per qualche settimana aiutano. Il codice sta nel notebook di chi scrive: per questo i ruoli ruotano a ogni incontro e non a ogni passo. A fine lezione chi ha scritto condivide il notebook con gli altri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il task: entrare a turno nelle stanze separate, segnarsi le soluzioni interessanti (anche sbagliate) da mostrare nel debrief. Al passo 7 molti non capiranno: è voluto.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Facoltativo: chi non vuole un account GitHub può continuare a salvare su Drive. Il fork è utile anche dopo il corso, come archivio personale del proprio lavoro. Di default il fork copia solo il branch principale, quindi niente soluzioni: vanno lette dal link nel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dei tipi tornerà con l'Excel. Ricordare di creare l'account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come calcolatrice intelligente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L1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Programmi, Colab, Gemini, errori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risparmio di Marco,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Variabili, tipi, la prima trappola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Cos'è un programma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0"/>
                </a:solidFill>
              </a:rPr>
              <a:t>Una lista di istruzioni, eseguite in ordine, una dopo l'altra.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0F4C5C"/>
                </a:solidFill>
              </a:rPr>
              <a:t>Il computer non capisce: esegue. Esattamente quello che scrivi.</a:t>
            </a:r>
            <a:endParaRPr lang="en-US" sz="2200" dirty="0"/>
          </a:p>
        </p:txBody>
      </p:sp>
      <p:sp>
        <p:nvSpPr>
          <p:cNvPr id="4" name="card-code"/>
          <p:cNvSpPr/>
          <p:nvPr/>
        </p:nvSpPr>
        <p:spPr>
          <a:xfrm>
            <a:off x="6035040" y="1737360"/>
            <a:ext cx="557784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1945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5000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tasso = 0.025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 * (1 + tasso))</a:t>
            </a:r>
            <a:endParaRPr lang="en-US" sz="2000" dirty="0"/>
          </a:p>
        </p:txBody>
      </p:sp>
      <p:sp>
        <p:nvSpPr>
          <p:cNvPr id="7" name="card-out"/>
          <p:cNvSpPr/>
          <p:nvPr/>
        </p:nvSpPr>
        <p:spPr>
          <a:xfrm>
            <a:off x="6035040" y="438912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4846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5125.0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Colab: il nostro ambiente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2008937"/>
            <a:ext cx="462686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Nel browser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Gratis, niente da installare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8328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857" y="200893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Account Google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L'unica cosa che serve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497" y="2008937"/>
            <a:ext cx="462686" cy="462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Celle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Testo e codice, alternati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05256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137" y="2008937"/>
            <a:ext cx="462686" cy="46268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25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Shift + Invio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905256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Esegue la cella selezionata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Demo  </a:t>
            </a:r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</a:rPr>
              <a:t>apriamo il notebook dal pulsante «Open in Colab» nel README del corso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Gemini: l'assistente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1</a:t>
            </a:r>
            <a:endParaRPr lang="en-US" sz="182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</a:rPr>
              <a:t>Chiedi cosa vuoi, con precisione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2</a:t>
            </a:r>
            <a:endParaRPr lang="en-US" sz="182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</a:rPr>
              <a:t>Leggi il codice che propone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3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</a:rPr>
              <a:t>Verifica il risultato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REGOLA DEL CORSO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4688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Che il codice giri non vuol dire che sia giusto.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</a:rPr>
              <a:t>Demo  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«calcola l'interesse composto su 1000 euro al 3% per 10 anni»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Gli errori sono amici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</a:t>
            </a:r>
            <a:endParaRPr lang="en-US" sz="2000" dirty="0"/>
          </a:p>
        </p:txBody>
      </p:sp>
      <p:sp>
        <p:nvSpPr>
          <p:cNvPr id="6" name="card-err"/>
          <p:cNvSpPr/>
          <p:nvPr/>
        </p:nvSpPr>
        <p:spPr>
          <a:xfrm>
            <a:off x="548640" y="33832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A2B"/>
                </a:solidFill>
              </a:rPr>
              <a:t>ERRORE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'(' was never closed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0" y="173736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1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Leggi l'ultima riga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dice il tipo di errore e la causa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2</a:t>
            </a:r>
            <a:endParaRPr lang="en-US" sz="182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Copiala su Google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così com'è, senza modificarla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0" y="384048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3</a:t>
            </a:r>
            <a:endParaRPr lang="en-US" sz="182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Qualcuno l'ha già risolto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di solito su Stack Overflow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Come si lavora nel task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Passi piccoli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Uno alla volta, nell'ordine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500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cercare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Per ogni passo trovi le parole chiave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233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702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Gemini c'è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480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Ma prima prova a capire cosa ti serve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7220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40233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27024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10 minuti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480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Bloccato più a lungo? Chiedi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Saper cercare è metà del mestiere di programmare.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Se siete bloccati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Durante la lezione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F7B"/>
                </a:solidFill>
              </a:rPr>
              <a:t>Scrivete nella chat di Zoom, o usate «Chiedi aiuto» nella stanza: entro io.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0F4C5C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042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casa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C4CB"/>
                </a:solidFill>
              </a:rPr>
              <a:t>In Colab: Condividi → aggiungete il mio indirizzo (è nella mail) come Editor. Poi scrivetemi quale passo non torna.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Con il permesso di Editor posso leggere il vostro codice e correggerlo direttamente nel vostro notebook.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In gruppi da 3, con tre ruoli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Chi scrive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condivide lo schermo e scrive il codice nel suo notebook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3042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Chi cerca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Google, Gemini, dispense: trova cosa serve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0F4C5C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3042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Chi controlla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CB"/>
                </a:solidFill>
              </a:rPr>
              <a:t>il risultato ha senso? il numero torna?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 ruoli ruotano a ogni incontro. Il più importante è chi controlla: è il mestiere che il corso vuole allenare.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il risparmio di Marco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Marco ha 5.000 € e li investe al 2,5% annuo.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Extra: una copia del corso tutta tua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</a:rPr>
              <a:t>Crea un account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su github.com, gratuito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2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</a:rPr>
              <a:t>Apri il repository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github.com/andrealorenzon/SIMA2026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3</a:t>
            </a:r>
            <a:endParaRPr lang="en-US" sz="182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</a:rPr>
              <a:t>Clicca «Fork»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in alto a destra, poi «Create fork»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4</a:t>
            </a:r>
            <a:endParaRPr lang="en-US" sz="182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È tuo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CB"/>
                </a:solidFill>
              </a:rPr>
              <a:t>github.com/&lt;tuo-nome&gt;/SIMA2026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Un fork è una copia del repository nel tuo account: puoi modificarla senza toccare l'originale.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Da Colab salvi i notebook direttamente lì: File → Salva una copia in GitHub.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Quando il corso si aggiorna, sul tuo fork clicca «Sync fork» per ricevere le novità.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un file Excel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Python, lezione «Hello, Python» (~30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 — Python come calcolatrice intelligente</dc:title>
  <dc:subject>PptxGenJS Presentation</dc:subject>
  <dc:creator>SIMA 2026</dc:creator>
  <cp:lastModifiedBy>SIMA 2026</cp:lastModifiedBy>
  <cp:revision>1</cp:revision>
  <dcterms:created xsi:type="dcterms:W3CDTF">2026-10-25T09:28:10Z</dcterms:created>
  <dcterms:modified xsi:type="dcterms:W3CDTF">2026-10-25T09:28:10Z</dcterms:modified>
</cp:coreProperties>
</file>