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de83e26-b3e9-cd6e-0448-7738dd636257}">
          <p14:sldIdLst>
            <p14:sldId id="256"/>
            <p14:sldId id="257"/>
          </p14:sldIdLst>
        </p14:section>
        <p14:section name="Spiegazione" id="{fa95151e-c72c-3f8c-1d5e-b1d458ad9b1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sk" id="{bbe39a02-933e-b3de-6383-3db956dc324c}">
          <p14:sldIdLst>
            <p14:sldId id="264"/>
          </p14:sldIdLst>
        </p14:section>
        <p14:section name="Extra" id="{d57e19fc-0073-5eed-42c7-fad39828ffa5}">
          <p14:sldIdLst>
            <p14:sldId id="265"/>
          </p14:sldIdLst>
        </p14:section>
        <p14:section name="Chiusura" id="{1a974cb9-a08a-a633-da87-e0717f2f3f47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Zoom: stanze separate da 3. Comporre i gruppi mescolando chi ha già qualche esperienza (Stata, R, Excel avanzato) con chi parte da zero. Gruppi fissi per qualche settimana aiutano.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girare tra i banchi,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Facoltativo: chi non vuole un account GitHub può continuare a salvare su Drive. Il fork è utile anche dopo il corso, come archivio personale del proprio lavoro. Di default il fork copia solo il branch principale, quindi niente soluzioni: vanno lette dal link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In gruppi da 3, con tre ruoli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scrive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condivide lo schermo e scrive il codice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cerca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Google, Gemini, dispense: trova cosa serve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0F4C5C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Chi controlla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il risultato ha senso? il numero torna?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ruoli ruotano a ogni passo. Il più importante è chi controlla: è il mestiere che il corso vuole allenare.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Extra: una copia del corso tutta tua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Crea un account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su github.com, gratuito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Apri il repository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github.com/andrealorenzon/SIMA2026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Clicca «Fork»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in alto a destra, poi «Create fork»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È tuo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4CB"/>
                </a:solidFill>
              </a:rPr>
              <a:t>github.com/&lt;tuo-nome&gt;/SIMA2026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Un fork è una copia del repository nel tuo account: puoi modificarla senza toccare l'originale.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Da Colab salvi i notebook direttamente lì: File → Salva una copia in GitHub.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Quando il corso si aggiorna, sul tuo fork clicca «Sync fork» per ricevere le novità.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2026-10-06T11:52:32Z</dcterms:created>
  <dcterms:modified xsi:type="dcterms:W3CDTF">2026-10-06T11:52:32Z</dcterms:modified>
</cp:coreProperties>
</file>