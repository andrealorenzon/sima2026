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5fcd563-9295-dd21-28ac-30ac824356ad}">
          <p14:sldIdLst>
            <p14:sldId id="256"/>
            <p14:sldId id="257"/>
          </p14:sldIdLst>
        </p14:section>
        <p14:section name="Spiegazione" id="{831267dc-b483-3446-5b72-0cb977ad3e1b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fdb70ecc-9df3-e6a7-893d-b2d5efab9110}">
          <p14:sldIdLst>
            <p14:sldId id="263"/>
          </p14:sldIdLst>
        </p14:section>
        <p14:section name="Chiusura" id="{931a190d-e0ab-c66d-f50c-7be8f262319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2026-10-06T08:48:03Z</dcterms:created>
  <dcterms:modified xsi:type="dcterms:W3CDTF">2026-10-06T08:48:03Z</dcterms:modified>
</cp:coreProperties>
</file>