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0eb30d9b-720f-8a1c-dcff-760a8f253c3f}">
          <p14:sldIdLst>
            <p14:sldId id="256"/>
            <p14:sldId id="257"/>
          </p14:sldIdLst>
        </p14:section>
        <p14:section name="Spiegazione" id="{b4a461bb-cdad-fd1d-2a68-b1fb2121720c}">
          <p14:sldIdLst>
            <p14:sldId id="258"/>
            <p14:sldId id="259"/>
            <p14:sldId id="260"/>
            <p14:sldId id="261"/>
            <p14:sldId id="262"/>
          </p14:sldIdLst>
        </p14:section>
        <p14:section name="Task" id="{5ffebc4c-5e30-eb93-3d0d-a618bf1ea715}">
          <p14:sldIdLst>
            <p14:sldId id="263"/>
          </p14:sldIdLst>
        </p14:section>
        <p14:section name="Extra" id="{848292b6-e6aa-9579-24ff-ca23449c150e}">
          <p14:sldIdLst>
            <p14:sldId id="264"/>
          </p14:sldIdLst>
        </p14:section>
        <p14:section name="Chiusura" id="{7ec1467f-d257-cc07-e7ae-d90a63ea2f00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Benvenuto. Presentazione rapida del corso: sei settimane, formato fisso (spiegazione, task, debrief). Obiettivo: non imparare a memoria, ma saper cercare e verificare.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formato è sempre lo stesso: imparano la forma una volta sola. Il task è il cuore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righe, eseguite dall'alto in basso. Se scambio l'ordine (print prima delle variabili) non funziona: è il primo concetto da far passare.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README su GitHub, pulsante Open in Colab, eseguire una cella, modificarla, rieseguirla. Mostrare File &gt; Salva una copia in Drive: senza, perdono il lavoro.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pulsante Gemini in Colab, fare la richiesta, leggere insieme riga per riga il codice prodotto. Chiedere alla classe: il risultato è plausibile? Come lo verifichiamo? (1000 x 1.03^10 circa 1344)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provocare l'errore, leggere il messaggio, cercare l'ultima riga su Google e aprire il primo risultato insieme.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Insistere sul limite dei 10 minuti: meglio chiedere che perdere mezz'ora.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girare tra i banchi, segnarsi le soluzioni interessanti (anche sbagliate) da mostrare nel debrief. Al passo 7 molti non capiranno: è voluto.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Facoltativo: chi non vuole un account GitHub può continuare a salvare su Drive. Il fork è utile anche dopo il corso, come archivio personale del proprio lavoro. Di default il fork copia solo il branch principale, quindi niente soluzioni: vanno lette dal link nel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problema dei tipi tornerà con l'Excel. Ricordare di creare l'account Kaggle.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Python come calcolatrice intelligente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L1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Programmi, Colab, Gemini, errori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Il risparmio di Marco,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Variabili, tipi, la prima trappola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Cos'è un programma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Una lista di istruzioni, eseguite in ordine, una dopo l'altra.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computer non capisce: esegue. Esattamente quello che scrivi.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tasso = 0.025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 * (1 + tasso))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38912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5125.0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Colab: il nostro ambiente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Nel browser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Gratis, niente da installare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85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Account Google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L'unica cosa che serve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21792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49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Celle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Testo e codice, alternati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90525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4137" y="2008937"/>
            <a:ext cx="462686" cy="46268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5256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Shift + Invio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905256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Esegue la cella selezionata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22960" y="4663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apriamo il notebook dal pulsante «Open in Colab» nel README del corso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Gemini: l'assistente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828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Chiedi cosa vuoi, con precisione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788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Leggi il codice che propone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7490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Verifica il risultato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00800" y="1737360"/>
            <a:ext cx="5212080" cy="3017520"/>
          </a:xfrm>
          <a:prstGeom prst="roundRect">
            <a:avLst>
              <a:gd name="adj" fmla="val 3636"/>
            </a:avLst>
          </a:prstGeom>
          <a:solidFill>
            <a:srgbClr val="0F4C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REGOLA DEL CORSO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46888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Che il codice giri non vuol dire che sia giusto.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«calcola l'interesse composto su 1000 euro al 3% per 10 anni»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Gli errori sono amici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</a:t>
            </a:r>
            <a:endParaRPr lang="en-US" sz="2000" dirty="0"/>
          </a:p>
        </p:txBody>
      </p:sp>
      <p:sp>
        <p:nvSpPr>
          <p:cNvPr id="6" name="card-err"/>
          <p:cNvSpPr/>
          <p:nvPr/>
        </p:nvSpPr>
        <p:spPr>
          <a:xfrm>
            <a:off x="548640" y="338328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8404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SyntaxError: '(' was never closed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16916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Leggi l'ultima riga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103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dice il tipo di errore e la causa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67512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27432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Copiala su Google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così com'è, senza modificarla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675120" y="384048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7947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Qualcuno l'ha già risolto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 solito su Stack Overflow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si lavora nel task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Passi piccoli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Uno alla volta, nell'ordine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Cosa cercare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Per ogni passo trovi le parole chiave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Gemini c'è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 prima prova a capire cosa ti serve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10 minuti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Bloccato più a lungo? Chiedi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Saper cercare è metà del mestiere di programmare.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il risparmio di Marco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Marco ha 5.000 € e li investe al 2,5% annuo.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Extra: una copia del corso tutta tua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1</a:t>
            </a:r>
            <a:endParaRPr lang="en-US" sz="182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Crea un account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su github.com, gratuito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2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Apri il repository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github.com/andrealorenzon/SIMA2026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3</a:t>
            </a:r>
            <a:endParaRPr lang="en-US" sz="182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Clicca «Fork»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in alto a destra, poi «Create fork»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5256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0F4C5C"/>
          </a:solidFill>
          <a:ln/>
        </p:spPr>
      </p:sp>
      <p:sp>
        <p:nvSpPr>
          <p:cNvPr id="19" name="Shape 17"/>
          <p:cNvSpPr/>
          <p:nvPr/>
        </p:nvSpPr>
        <p:spPr>
          <a:xfrm>
            <a:off x="932688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268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4</a:t>
            </a:r>
            <a:endParaRPr lang="en-US" sz="182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È tuo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4CB"/>
                </a:solidFill>
              </a:rPr>
              <a:t>github.com/&lt;tuo-nome&gt;/SIMA2026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Un fork è una copia del repository nel tuo account: puoi modificarla senza toccare l'originale.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Da Colab salvi i notebook direttamente lì: File → Salva una copia in GitHub.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Quando il corso si aggiorna, sul tuo fork clicca «Sync fork» per ricevere le novità.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un file Excel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Python, lezione «Hello, Python» (~30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 — Python come calcolatrice intelligente</dc:title>
  <dc:subject>PptxGenJS Presentation</dc:subject>
  <dc:creator>SIMA 2026</dc:creator>
  <cp:lastModifiedBy>SIMA 2026</cp:lastModifiedBy>
  <cp:revision>1</cp:revision>
  <dcterms:created xsi:type="dcterms:W3CDTF">2026-10-06T09:29:17Z</dcterms:created>
  <dcterms:modified xsi:type="dcterms:W3CDTF">2026-10-06T09:29:17Z</dcterms:modified>
</cp:coreProperties>
</file>