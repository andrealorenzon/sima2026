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8c44a12-b00c-a8bb-0b22-4b4e4efcf748}">
          <p14:sldIdLst>
            <p14:sldId id="256"/>
            <p14:sldId id="257"/>
          </p14:sldIdLst>
        </p14:section>
        <p14:section name="Spiegazione" id="{6c436a58-c882-f16b-28a5-444e4c0e38f4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ask" id="{e84d7b15-2528-ebcc-6e8f-0cc8bf0a352e}">
          <p14:sldIdLst>
            <p14:sldId id="265"/>
          </p14:sldIdLst>
        </p14:section>
        <p14:section name="Extra" id="{084967ae-1b98-ac80-480d-51d72dee96d2}">
          <p14:sldIdLst>
            <p14:sldId id="266"/>
          </p14:sldIdLst>
        </p14:section>
        <p14:section name="Chiusura" id="{fe700800-be21-c4a4-00ad-6dd1b76349c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dal vivo: Condividi in alto a destra, aggiungere un indirizzo, scegliere Editor. L'indirizzo con +sima2026 arriva nella casella normale ma permette di filtrare lo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entrare a turno nelle stanze separate,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 siete bloccati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Durante la lezione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C6F7B"/>
                </a:solidFill>
              </a:rPr>
              <a:t>Scrivete nella chat di Zoom, o usate «Chiedi aiuto» nella stanza: entro io.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3200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casa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3749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4CB"/>
                </a:solidFill>
              </a:rPr>
              <a:t>In Colab: Condividi → aggiungete andrelorenzon+sima2026@gmail.com come Editor. Poi scrivetemi quale passo non torna.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Con il permesso di Editor posso leggere il vostro codice e correggerlo direttamente nel vostro notebook.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2026-10-25T09:30:38Z</dcterms:created>
  <dcterms:modified xsi:type="dcterms:W3CDTF">2026-10-25T09:30:38Z</dcterms:modified>
</cp:coreProperties>
</file>