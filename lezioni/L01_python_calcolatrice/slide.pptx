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7f29b63-0837-0277-9fbd-e398b99a01ef}">
          <p14:sldIdLst>
            <p14:sldId id="256"/>
            <p14:sldId id="257"/>
          </p14:sldIdLst>
        </p14:section>
        <p14:section name="Spiegazione" id="{2576292b-0989-bdf1-0b74-9a987f623421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e8831d7d-5c54-a08a-9be9-c7fe214780a4}">
          <p14:sldIdLst>
            <p14:sldId id="263"/>
          </p14:sldIdLst>
        </p14:section>
        <p14:section name="Chiusura" id="{c0dd33b1-9b1a-d619-f6c0-86adc56323c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6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2026-10-06T08:12:06Z</dcterms:created>
  <dcterms:modified xsi:type="dcterms:W3CDTF">2026-10-06T08:12:06Z</dcterms:modified>
</cp:coreProperties>
</file>