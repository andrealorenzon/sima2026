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00e067d-70cf-f660-6c1c-9cff1ddab90a}">
          <p14:sldIdLst>
            <p14:sldId id="256"/>
            <p14:sldId id="257"/>
          </p14:sldIdLst>
        </p14:section>
        <p14:section name="Spiegazione" id="{0f2367dc-010e-712e-2e87-ee106363307e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2e02af21-7335-edc8-6d32-b622f2b5071d}">
          <p14:sldIdLst>
            <p14:sldId id="263"/>
          </p14:sldIdLst>
        </p14:section>
        <p14:section name="Debrief" id="{04dc3574-f86c-0736-9e9b-3d97c5885e98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6dba7b64-5890-49f7-32dc-697d657d7fb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6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6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2026-10-06T07:54:04Z</dcterms:created>
  <dcterms:modified xsi:type="dcterms:W3CDTF">2026-10-06T07:54:04Z</dcterms:modified>
</cp:coreProperties>
</file>