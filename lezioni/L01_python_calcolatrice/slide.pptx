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600553c-7475-c6c8-d07b-55cffc8538fd}">
          <p14:sldIdLst>
            <p14:sldId id="256"/>
            <p14:sldId id="257"/>
          </p14:sldIdLst>
        </p14:section>
        <p14:section name="Spiegazione" id="{6a3c27db-e147-d591-e789-5d028574e3f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k" id="{8ba5fe67-74a3-1dfb-0436-66d8bd614f1e}">
          <p14:sldIdLst>
            <p14:sldId id="264"/>
          </p14:sldIdLst>
        </p14:section>
        <p14:section name="Extra" id="{5f5f00af-aedb-fd41-df15-87df07618a8c}">
          <p14:sldIdLst>
            <p14:sldId id="265"/>
          </p14:sldIdLst>
        </p14:section>
        <p14:section name="Chiusura" id="{a185dcb6-2d85-428f-b26d-af6527088895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Zoom: stanze separate da 3. Comporre i gruppi mescolando chi ha già qualche esperienza (Stata, R, Excel avanzato) con chi parte da zero. Gruppi fissi per qualche settimana aiutano. Il codice sta nel notebook di chi scrive: per questo i ruoli ruotano a ogni incontro e non a ogni passo. A fine lezione chi ha scritto condivide il notebook con gli altri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entrare a turno nelle stanze separate,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In gruppi da 3, con tre ruoli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scrive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condivide lo schermo e scrive il codice nel suo notebook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cerca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Google, Gemini, dispense: trova cosa serve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0F4C5C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Chi controlla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il risultato ha senso? il numero torna?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ruoli ruotano a ogni incontro. Il più importante è chi controlla: è il mestiere che il corso vuole allenare.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2026-10-12T17:30:49Z</dcterms:created>
  <dcterms:modified xsi:type="dcterms:W3CDTF">2026-10-12T17:30:49Z</dcterms:modified>
</cp:coreProperties>
</file>