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2784d80-f857-8001-f61a-20058b58b260}">
          <p14:sldIdLst>
            <p14:sldId id="256"/>
            <p14:sldId id="257"/>
          </p14:sldIdLst>
        </p14:section>
        <p14:section name="Spiegazione" id="{cf063086-192b-7944-7995-67e5ce40ad81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eb81fd89-f716-92ae-df98-d3c8be57fc6a}">
          <p14:sldIdLst>
            <p14:sldId id="265"/>
          </p14:sldIdLst>
        </p14:section>
        <p14:section name="Extra" id="{0409a9a9-3006-cce3-7d3c-a04b2ed67fdd}">
          <p14:sldIdLst>
            <p14:sldId id="266"/>
          </p14:sldIdLst>
        </p14:section>
        <p14:section name="Chiusura" id="{660184d0-ca7a-cbbe-335e-8931127fba3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dal vivo: Condividi in alto a destra, aggiungere un indirizzo, scegliere Editor. Far vedere dove si trova l'indirizzo: nel promemoria in cima a ogni notebook e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entrare a turno nelle stanze separate,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 siete bloccati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Durante la lezione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C6F7B"/>
                </a:solidFill>
              </a:rPr>
              <a:t>Scrivete nella chat di Zoom, o usate «Chiedi aiuto» nella stanza: entro io.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casa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4CB"/>
                </a:solidFill>
              </a:rPr>
              <a:t>In Colab: Condividi → aggiungete andrelorenzon+sima2026@gmail.com come Editor. Poi scrivetemi quale passo non torna.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Con il permesso di Editor posso leggere il vostro codice e correggerlo direttamente nel vostro notebook.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2026-10-25T09:40:13Z</dcterms:created>
  <dcterms:modified xsi:type="dcterms:W3CDTF">2026-10-25T09:40:13Z</dcterms:modified>
</cp:coreProperties>
</file>