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92ea577-8ffe-afa4-5ba1-0be0e9673648}">
          <p14:sldIdLst>
            <p14:sldId id="256"/>
            <p14:sldId id="257"/>
          </p14:sldIdLst>
        </p14:section>
        <p14:section name="Spiegazione" id="{06dc164b-4d88-ec56-96a8-af89c6c7dfb4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aaf10437-5f54-d28b-0c1b-ecd781a1e798}">
          <p14:sldIdLst>
            <p14:sldId id="263"/>
          </p14:sldIdLst>
        </p14:section>
        <p14:section name="Debrief" id="{d05a3855-7724-65be-2c0e-c61f482eecac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499a3157-3014-0754-f77f-a3ed3249c31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6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tx1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tx1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chemeClr val="tx1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tx2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 trappola del passo 6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2026-10-06T07:51:47Z</dcterms:created>
  <dcterms:modified xsi:type="dcterms:W3CDTF">2026-10-06T07:51:47Z</dcterms:modified>
</cp:coreProperties>
</file>