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e147de1-1d12-99d4-fb6b-97df90a0726e}">
          <p14:sldIdLst>
            <p14:sldId id="256"/>
            <p14:sldId id="257"/>
          </p14:sldIdLst>
        </p14:section>
        <p14:section name="Spiegazione" id="{dc0e1141-83fb-341c-e4fd-3a0f4bda71a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ask" id="{9202491e-6a33-70a4-f346-938363721441}">
          <p14:sldIdLst>
            <p14:sldId id="265"/>
          </p14:sldIdLst>
        </p14:section>
        <p14:section name="Chiusura" id="{b75e58d9-ea8b-56b8-121a-9d00649497c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Ripresa della L2: quali problemi avevamo trovato? Farli elencare alla classe. Oggi li correggiamo.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da fare a voce: un fatturato di 24 milioni è un errore o un'impresa enorme? Non lo dice il codice, lo decidi tu guardando 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 notare anche il df = ...: senza riassegnare, df non cambia. Errore classico: si lancia drop_duplicates() e ci si stupisce che i duplicati siano ancora lì.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su una piccola Series creata al volo: pd.Series([' Milano', 'milano', 'MILANO ']). Quante città diverse? E dopo strip + title?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Concetto nuovo ma piccolo. Il passo 9 del task è un riscaldamento sui dizionari prima di usarli con replace. Torneranno nella L6 e nella L8 (per far restituire più risultati a una funzione).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"12,5": la virgola italiana non è un decimale per Python. Non anticipare la soluzione del task: lasciare che ci arrivino.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isna().sum() per contare i mancanti di ogni colonna: lo cercano nel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L'esempio usa un dataset inventato (clienti e ordini) per non anticipare il task. Insistere sul controllo riga.sum() == 1 prima di modificare: se dà 0 la condizione è sbagliata, se dà più di 1 stai per cambiare più celle.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Passando nelle stanze separate: tenere d'occhio il passo 5. Chi trova più di 50 mancanti ha sbagliato l'ordine delle sostituzioni: non dirglielo, chiedergli se il numero torna.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Pulire i dati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L3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Testo, conversioni, valori mancanti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Pulire imprese.xlsx, un problema alla volta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trappole silenziose e le nostre decisioni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Pulire è decidere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1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Trova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il problema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2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Decidi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cosa fare, e perché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3</a:t>
            </a:r>
            <a:endParaRPr lang="en-US" sz="19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Correggi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con il codice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2103120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4</a:t>
            </a:r>
            <a:endParaRPr lang="en-US" sz="19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Verifica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520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CB"/>
                </a:solidFill>
              </a:rPr>
              <a:t>conta prima, conta dopo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Nessuna correzione è automatica: ogni volta scegli tu. </a:t>
            </a:r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F4C5C"/>
                </a:solidFill>
              </a:rPr>
              <a:t>Le decisioni vanno scritte.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prima, conta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035040" cy="1920240"/>
          </a:xfrm>
          <a:prstGeom prst="roundRect">
            <a:avLst>
              <a:gd name="adj" fmla="val 5714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88620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434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(980, 5)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8288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Quante righe dovevano sparire? 20? Allora va bene.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Molti errori di pulizia non danno messaggi: perdi dati in silenzio.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F4C5C"/>
                </a:solidFill>
              </a:rPr>
              <a:t>Contare è l'unica difesa.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Lavorare sul testo: .str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citta.str.strip()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10896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Milano "  →  "Milano"</a:t>
            </a:r>
            <a:endParaRPr lang="en-US" sz="2000" dirty="0"/>
          </a:p>
        </p:txBody>
      </p:sp>
      <p:sp>
        <p:nvSpPr>
          <p:cNvPr id="9" name="card-code"/>
          <p:cNvSpPr/>
          <p:nvPr/>
        </p:nvSpPr>
        <p:spPr>
          <a:xfrm>
            <a:off x="548640" y="438912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citta.str.strip().str.lower()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2880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Le colonne di testo hanno comandi dedicati, dopo .str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strip, lower, upper, title, replace…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30"/>
                </a:solidFill>
              </a:rPr>
              <a:t>Si possono mettere in fila, uno dopo l'altro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F4C5C"/>
                </a:solidFill>
              </a:rPr>
              <a:t>Quelli automatici non conoscono le eccezioni: controlla sempre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 dizionari: coppie chiave → valore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capoluoghi = {"Lazio": "Roma",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"Veneto": "Venezia"}</a:t>
            </a:r>
            <a:endParaRPr lang="en-US" sz="1600" dirty="0"/>
          </a:p>
        </p:txBody>
      </p:sp>
      <p:sp>
        <p:nvSpPr>
          <p:cNvPr id="6" name="card-code"/>
          <p:cNvSpPr/>
          <p:nvPr/>
        </p:nvSpPr>
        <p:spPr>
          <a:xfrm>
            <a:off x="548640" y="310896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capoluoghi["Lazio"]</a:t>
            </a:r>
            <a:endParaRPr lang="en-US" sz="1600" dirty="0"/>
          </a:p>
        </p:txBody>
      </p:sp>
      <p:sp>
        <p:nvSpPr>
          <p:cNvPr id="9" name="card-out"/>
          <p:cNvSpPr/>
          <p:nvPr/>
        </p:nvSpPr>
        <p:spPr>
          <a:xfrm>
            <a:off x="3931920" y="310896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605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"Roma"</a:t>
            </a:r>
            <a:endParaRPr lang="en-US" sz="1600" dirty="0"/>
          </a:p>
        </p:txBody>
      </p:sp>
      <p:sp>
        <p:nvSpPr>
          <p:cNvPr id="12" name="card-code"/>
          <p:cNvSpPr/>
          <p:nvPr/>
        </p:nvSpPr>
        <p:spPr>
          <a:xfrm>
            <a:off x="548640" y="434340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006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df["citta"].replace({"Milan": "Milano",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"Rome": "Roma"})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828800"/>
            <a:ext cx="4114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Tra parentesi graffe, coppie chiave: valore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Con la chiave tra parentesi quadre leggi il valore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Come un vocabolario: cerchi la parola, trovi la definizione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0F4C5C"/>
                </a:solidFill>
              </a:rPr>
              <a:t>replace usa un dizionario come tabella di correzioni: sbagliato → giusto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 testo a numero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pd.to_numeric(col, errors="coerce")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3375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"12.5"   →  12.5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    →  NaN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"12,5"   →  NaN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ATTENZIONE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231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Quello che non si converte diventa un valore mancante. Senza errori.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Dopo ogni conversione: conta i mancanti.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Correggere solo alcune righe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negativi = df["prezzo"] &lt;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print(negativi.sum())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df.loc[negativi, "prezzo"] = None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condizione è una colonna di True e False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.sum() conta quante righe la rispettano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.loc[righe, colonna] = valore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73736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MANCANTE NON È ZERO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4688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Media di 10, ?, 20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il mancante: 15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lo 0:       10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Correggere una cella a mano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In Excel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clicchi sulla cella, scrivi 12, invio. Nessuno saprà mai che l'hai fatto.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600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In Python</a:t>
            </a:r>
            <a:endParaRPr lang="en-US" sz="2400" dirty="0"/>
          </a:p>
        </p:txBody>
      </p:sp>
      <p:sp>
        <p:nvSpPr>
          <p:cNvPr id="6" name="card-code"/>
          <p:cNvSpPr/>
          <p:nvPr/>
        </p:nvSpPr>
        <p:spPr>
          <a:xfrm>
            <a:off x="4572000" y="2103120"/>
            <a:ext cx="70408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5603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 = ((df["cliente"] == "C042")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 (df["anno"] == 2021))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print(riga.sum())     # deve dare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df.loc[riga, "ordini"] = 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F3F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553712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53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1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Sempre nel codice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892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la correzione resta scritta e si può rifare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42519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E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4553712"/>
            <a:ext cx="685800" cy="68580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4553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A30"/>
                </a:solidFill>
              </a:rPr>
              <a:t>2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Per contenuto, non per numero di riga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48920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dopo un ordinamento la riga 500 è un'altra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Due condizioni insieme: &amp;, e ognuna tra parentesi.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pulisci il dataset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Obiettivo: 2.500 righe, 20 regioni, un fatturato numerico e plausibile.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raggruppare e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«Data Types and Missing Values»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L3 — Pulire i dati</dc:title>
  <dc:subject>PptxGenJS Presentation</dc:subject>
  <dc:creator>SIMA 2026</dc:creator>
  <cp:lastModifiedBy>SIMA 2026</cp:lastModifiedBy>
  <cp:revision>1</cp:revision>
  <dcterms:created xsi:type="dcterms:W3CDTF">2026-10-25T09:30:40Z</dcterms:created>
  <dcterms:modified xsi:type="dcterms:W3CDTF">2026-10-25T09:30:40Z</dcterms:modified>
</cp:coreProperties>
</file>