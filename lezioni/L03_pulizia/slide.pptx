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b10fd5c-ff57-4372-075e-192f320860ca}">
          <p14:sldIdLst>
            <p14:sldId id="256"/>
            <p14:sldId id="257"/>
          </p14:sldIdLst>
        </p14:section>
        <p14:section name="Spiegazione" id="{ea7b25f7-3283-5d99-b22d-951752d109b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63f54a1e-c192-4a83-319a-694c0190bb7b}">
          <p14:sldIdLst>
            <p14:sldId id="265"/>
          </p14:sldIdLst>
        </p14:section>
        <p14:section name="Chiusura" id="{1a1f5952-83a4-5cec-a6d0-126946cd085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nuovo ma piccolo. Il passo 9 del task è un riscaldamento sui dizionari prima di usarli con replace. Torneranno nella L5 e nella L6 (per far restituire più risultati a una funzione).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dizionari: coppie chiave → valore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 = {"Lazio": "Roma",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"Veneto": "Venezia"}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capoluoghi["Lazio"]</a:t>
            </a:r>
            <a:endParaRPr lang="en-US" sz="1600" dirty="0"/>
          </a:p>
        </p:txBody>
      </p:sp>
      <p:sp>
        <p:nvSpPr>
          <p:cNvPr id="9" name="card-out"/>
          <p:cNvSpPr/>
          <p:nvPr/>
        </p:nvSpPr>
        <p:spPr>
          <a:xfrm>
            <a:off x="3931920" y="310896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605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"Roma"</a:t>
            </a:r>
            <a:endParaRPr lang="en-US" sz="1600" dirty="0"/>
          </a:p>
        </p:txBody>
      </p:sp>
      <p:sp>
        <p:nvSpPr>
          <p:cNvPr id="12" name="card-code"/>
          <p:cNvSpPr/>
          <p:nvPr/>
        </p:nvSpPr>
        <p:spPr>
          <a:xfrm>
            <a:off x="548640" y="434340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006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df["citta"].replace({"Milan": "Milano",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"Rome": "Roma"})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1828800"/>
            <a:ext cx="4114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Tra parentesi graffe, coppie chiave: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Con la chiave tra parentesi quadre leggi il valore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Come un vocabolario: cerchi la parola, trovi la definizione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replace usa un dizionario come tabella di correzioni: sbagliato → giusto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2026-10-06T09:20:22Z</dcterms:created>
  <dcterms:modified xsi:type="dcterms:W3CDTF">2026-10-06T09:20:22Z</dcterms:modified>
</cp:coreProperties>
</file>