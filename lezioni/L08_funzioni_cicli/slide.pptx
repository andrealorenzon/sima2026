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531b474-0873-aa8d-b839-34d8f104ba35}">
          <p14:sldIdLst>
            <p14:sldId id="256"/>
            <p14:sldId id="257"/>
          </p14:sldIdLst>
        </p14:section>
        <p14:section name="Spiegazione" id="{802fcee4-af88-3abb-e3c7-35d7e667482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5d372172-d81a-1546-6934-dca2fa5b2a0c}">
          <p14:sldIdLst>
            <p14:sldId id="264"/>
          </p14:sldIdLst>
        </p14:section>
        <p14:section name="Chiusura" id="{3880d479-1f11-9e92-2f33-733329bc46c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il coding batte Excel in modo evidente. Partire dalla domanda: chi ha mai dovuto rifare lo stesso lavoro su tanti file?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Scrivi la ricetta una volta, la usi quante volte vuoi. Se trovi un errore, lo correggi in un posto solo. Far notare che una funzione senza return restituisce None: errore frequente.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aggiungere una riga senza rientro dopo il ciclo e far vedere che viene eseguita una volta sola,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cambiare imprese in 40 e rieseguire. Poi mostrare l'errore di if df["addetti"] &lt; 10: «The truth value of a Series is ambiguous»: if decide su un valore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togliere il rientro a print(f.stem, ...) e far vedere l'IndentationError; poi spostare print("fatto") dentro il ciclo e far notare che viene stampato a ogni giro. Funzioni, cicli e if seguono tutti la stessa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il pannello dei file di Colab dopo il git clone. Path è il modo moderno di gestire i percorsi in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anticipare quale file darà problemi.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passo 6 il ciclo si ferma: è voluto. Aiutare a leggere l'errore, non a risolverlo.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Funzioni e cicli: automatizzare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L8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Funzioni, cicli, if, cartelle di file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Lo stesso riepilogo su 20 file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Il file diverso dagli altri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Una funzione è una ricetta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ricavo(prezzo, quantita):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totale = prezzo * quantita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totale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ricavo(12.5, 40)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4297680"/>
            <a:ext cx="658368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548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500.0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dà un nome alla ricetta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tra parentesi gli ingredienti (parametri)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è il piatto che esce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(4 spazi) dice cosa fa parte della ricetta.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ciclo ripete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citta in ["Milano", "Roma", "Napoli"]: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print(citta.upper())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37490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0624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MILANO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NAPOLI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rgbClr val="1F2A30"/>
                </a:solidFill>
              </a:rPr>
              <a:t>«per ogni città nella lista, fai questo»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La variabile </a:t>
            </a:r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cambia valore a ogni giro.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dice cosa si ripete.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Decidere: if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imprese = 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imprese &lt; 10: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nota = "poco affidabile"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nota = "ok"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print(nota)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4297680"/>
            <a:ext cx="658368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548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poco affidabile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rgbClr val="1F2A30"/>
                </a:solidFill>
              </a:rPr>
              <a:t>«se è vero, fai questo; altrimenti, quest'altro»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La condizione è un confronto (L1): True o False.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Due punti e rientro, come nei cicli.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Per le righe di una tabella si filtra (L3), non si usa 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Blocchi e rientro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766560" cy="2743200"/>
          </a:xfrm>
          <a:prstGeom prst="roundRect">
            <a:avLst>
              <a:gd name="adj" fmla="val 4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3093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f in file: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 = pd.read_excel(f)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len(d) &lt; 10: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print(f.stem, "poco affidabile")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print("fatto")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828800"/>
            <a:ext cx="3931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I due punti aprono un blocco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Il rientro (4 spazi, tasto Tab) dice cosa ne fa parte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Il blocco finisce quando si torna a sinistra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Dentro le parentesi il rientro non conta: è solo per leggere meglio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0F4C5C"/>
                </a:solidFill>
              </a:rPr>
              <a:t>Rientro sbagliato? IndentationError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Funzione + ciclo + cartella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731520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858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pathlib import Path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= sorted(Path("dati").glob("*.xlsx"))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risultati = []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f in file: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risultati.append(riepilogo(f))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 = pd.DataFrame(risultati)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182880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glob trova tutti i file che corrispondono a uno schema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Ogni giro: un file, un riepilogo, aggiunto alla lista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Alla fine la lista diventa una tabella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0F4C5C"/>
                </a:solidFill>
              </a:rPr>
              <a:t>20 file o 2.000: stesso codice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In Colab i file del corso si scaricano con git clone: compaiono nel pannello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Quando un ciclo si ferma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IL TRUCCO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Stampa il nome del file prima di elaborarlo. Se si ferma con un errore, l'ultimo nome stampato è il colpevole.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POI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Apri quel file e guardalo: cosa ha di diverso dagli altri? Correggi la funzione in modo che regga anche quel caso.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file «tutti uguali» non sono mai tutti uguali.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20 file, un riepilogo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Scrivi la ricetta una volta, ripetila su tutti.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dati da internet e una regressione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funzioni e cicli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L8 — Funzioni e cicli: automatizzare</dc:title>
  <dc:subject>PptxGenJS Presentation</dc:subject>
  <dc:creator>SIMA 2026</dc:creator>
  <cp:lastModifiedBy>SIMA 2026</cp:lastModifiedBy>
  <cp:revision>1</cp:revision>
  <dcterms:created xsi:type="dcterms:W3CDTF">2026-10-25T09:43:24Z</dcterms:created>
  <dcterms:modified xsi:type="dcterms:W3CDTF">2026-10-25T09:43:24Z</dcterms:modified>
</cp:coreProperties>
</file>