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e390536-1ec7-3225-bd49-5bc6d32422bd}">
          <p14:sldIdLst>
            <p14:sldId id="256"/>
            <p14:sldId id="257"/>
          </p14:sldIdLst>
        </p14:section>
        <p14:section name="Spiegazione" id="{c1f7afa8-0f0d-b0d4-9b33-3874c1a44e14}">
          <p14:sldIdLst>
            <p14:sldId id="258"/>
            <p14:sldId id="259"/>
            <p14:sldId id="260"/>
            <p14:sldId id="261"/>
          </p14:sldIdLst>
        </p14:section>
        <p14:section name="Task" id="{c588c6f8-bdae-7030-9cfb-777e07ac235b}">
          <p14:sldIdLst>
            <p14:sldId id="262"/>
          </p14:sldIdLst>
        </p14:section>
        <p14:section name="Chiusura" id="{6d1c3ab7-fc5b-06ff-0117-dbb69f5f1a9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il coding batte Excel in modo evidente. Partire dalla domanda: chi ha mai dovuto rifare lo stesso lavoro su tanti file?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Scrivi la ricetta una volta, la usi quante volte vuoi. Se trovi un errore, lo correggi in un posto solo. Far notare che una funzione senza return restituisce None: errore frequente.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aggiungere una riga senza rientro dopo il ciclo e far vedere che viene eseguita una volta sola,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il pannello dei file di Colab dopo il git clone. Path è il modo moderno di gestire i percorsi 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quale file darà problemi.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passo 6 il ciclo si ferma: è voluto. Aiutare a leggere l'errore, non a risolverlo.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Funzioni e cicli: automatizzare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L6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Funzioni, cicli, cartelle di file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Lo stesso riepilogo su 20 file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Il file diverso dagli altri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funzione è una ricetta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ricavo(prezzo, quantita):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totale = prezzo * quantita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ricavo(12.5, 40)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500.0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dà un nome alla ricetta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tra parentesi gli ingredienti (parametri)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è il piatto che esce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(4 spazi) dice cosa fa parte della ricetta.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ciclo ripete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citta in ["Milano", "Roma", "Napoli"]: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print(citta.upper())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3749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MILANO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NAPOLI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«per ogni città nella lista, fai questo»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variabile </a:t>
            </a:r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cambia valore a ogni giro.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dice cosa si ripete.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Funzione + ciclo + cartella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31520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858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sorted(Path("dati").glob("*.xlsx"))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risultati = []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 in file: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risultati.append(riepilogo(f))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 = pd.DataFrame(risultati)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18288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glob trova tutti i file che corrispondono a uno schema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Ogni giro: un file, un riepilogo, aggiunto alla lista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Alla fine la lista diventa una tabella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0F4C5C"/>
                </a:solidFill>
              </a:rPr>
              <a:t>20 file o 2.000: stesso codice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In Colab i file del corso si scaricano con git clone: compaiono nel pannello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Quando un ciclo si ferma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IL TRUCCO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Stampa il nome del file prima di elaborarlo. Se si ferma con un errore, l'ultimo nome stampato è il colpevole.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POI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Apri quel file e guardalo: cosa ha di diverso dagli altri? Correggi la funzione in modo che regga anche quel caso.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file «tutti uguali» non sono mai tutti uguali.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20 file, un riepilogo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 la ricetta una volta, ripetila su tutti.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funzioni e cicli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L6 — Funzioni e cicli: automatizzare</dc:title>
  <dc:subject>PptxGenJS Presentation</dc:subject>
  <dc:creator>SIMA 2026</dc:creator>
  <cp:lastModifiedBy>SIMA 2026</cp:lastModifiedBy>
  <cp:revision>1</cp:revision>
  <dcterms:created xsi:type="dcterms:W3CDTF">2026-10-06T09:04:42Z</dcterms:created>
  <dcterms:modified xsi:type="dcterms:W3CDTF">2026-10-06T09:04:42Z</dcterms:modified>
</cp:coreProperties>
</file>