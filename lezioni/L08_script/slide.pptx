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571ce5a-5a1c-f49f-30ee-f0b0595be41f}">
          <p14:sldIdLst>
            <p14:sldId id="256"/>
            <p14:sldId id="257"/>
          </p14:sldIdLst>
        </p14:section>
        <p14:section name="Spiegazione" id="{973428c4-f68d-5c0f-c6f3-e8e6f83499e4}">
          <p14:sldIdLst>
            <p14:sldId id="258"/>
            <p14:sldId id="259"/>
            <p14:sldId id="260"/>
            <p14:sldId id="261"/>
          </p14:sldIdLst>
        </p14:section>
        <p14:section name="Task" id="{78d40317-f7c5-dfd7-bf95-1bd5823c310c}">
          <p14:sldIdLst>
            <p14:sldId id="262"/>
          </p14:sldIdLst>
        </p14:section>
        <p14:section name="Chiusura" id="{b55bb412-456d-4fa8-1662-42ea9a2a584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Ultima lezione. Il tema: la riproducibilità. Un'analisi che nessuno può rifare non vale molto, nemmeno per chi l'ha fatta.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concreto: il revisore di un articolo chiede di rifare un'analisi. Con uno script: un comando. Con un notebook eseguito in disordine: auguri.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numeri tra parentesi quadre accanto alle celle di Colab ([1], [2]...) dicono in che ordine sono state eseguite: farli notare. Runtime → Riavvia ed esegui tutto è il test minimo prima di condividere un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Sul proprio computer lo script si scrive con un editor (VS Code) e si lancia dal terminale con lo stesso comando, senza il punto esclamativo.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la sintesi del corso: generare codice è facile, verificarlo è il mestiere.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Parte 3 molti si fermeranno alla prima differenza (media/mediana). Chiedere: ce n'è un'altra.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Dal notebook allo script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L8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Notebook e script, l'ordine di esecuzione, leggere codice altrui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Il tuo primo script e lo script di Gemini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Cosa serve per rifare un'analisi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Notebook e script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NOTEBOOK (.IPYNB)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Per esplorare: provi, guardi, correggi. Le celle si eseguono in qualsiasi ordine, e il notebook ricorda tutto quello che hai fatto prima.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SCRIPT (.PY)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Per rifare: si esegue sempre dall'inizio alla fine, nello stesso ordine, partendo da zero. È solo testo.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Si esplora nel notebook, si consegna lo script.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notebook ricorda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013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A</a:t>
            </a:r>
            <a:endParaRPr lang="en-US" sz="1690" dirty="0"/>
          </a:p>
        </p:txBody>
      </p:sp>
      <p:sp>
        <p:nvSpPr>
          <p:cNvPr id="5" name="Shape 3"/>
          <p:cNvSpPr/>
          <p:nvPr/>
        </p:nvSpPr>
        <p:spPr>
          <a:xfrm>
            <a:off x="1325880" y="17373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1737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 = 1000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15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B</a:t>
            </a:r>
            <a:endParaRPr lang="en-US" sz="1690" dirty="0"/>
          </a:p>
        </p:txBody>
      </p:sp>
      <p:sp>
        <p:nvSpPr>
          <p:cNvPr id="9" name="Shape 7"/>
          <p:cNvSpPr/>
          <p:nvPr/>
        </p:nvSpPr>
        <p:spPr>
          <a:xfrm>
            <a:off x="1325880" y="26517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2651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 = capitale * 1.1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630168"/>
            <a:ext cx="594360" cy="59436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301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F2A30"/>
                </a:solidFill>
              </a:rPr>
              <a:t>C</a:t>
            </a:r>
            <a:endParaRPr lang="en-US" sz="1690" dirty="0"/>
          </a:p>
        </p:txBody>
      </p:sp>
      <p:sp>
        <p:nvSpPr>
          <p:cNvPr id="13" name="Shape 11"/>
          <p:cNvSpPr/>
          <p:nvPr/>
        </p:nvSpPr>
        <p:spPr>
          <a:xfrm>
            <a:off x="1325880" y="35661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F2A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print(capitale)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49440" y="17373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78040" y="1737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A, B, C</a:t>
            </a:r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1100.0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49440" y="26517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26517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A, B, B, B, C</a:t>
            </a:r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1331.0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949440" y="3566160"/>
            <a:ext cx="4663440" cy="731520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3566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riavvio, poi C</a:t>
            </a:r>
            <a:pPr indent="0" marL="0">
              <a:buNone/>
            </a:pPr>
            <a:r>
              <a:rPr lang="en-US" sz="1700" b="1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NameError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Stesso codice, tre risultati diversi. La storia delle esecuzioni non è scritta da nessuna parte.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Uno script in Colab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920240"/>
          </a:xfrm>
          <a:prstGeom prst="roundRect">
            <a:avLst>
              <a:gd name="adj" fmla="val 5714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 analisi.py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pd.read_excel(URL)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600" dirty="0"/>
          </a:p>
        </p:txBody>
      </p:sp>
      <p:sp>
        <p:nvSpPr>
          <p:cNvPr id="6" name="card-code"/>
          <p:cNvSpPr/>
          <p:nvPr/>
        </p:nvSpPr>
        <p:spPr>
          <a:xfrm>
            <a:off x="548640" y="388620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434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analisi.py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 salva la cella in un file, senza eseguirla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 lo esegue da zero, dall'inizio alla fine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In cima: chi, quando, quali dati, cosa fa.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Leggere il codice degli altri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Cosa dice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il commento, il nome della funzione, la richiesta fatta a Gemini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816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024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36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Cosa fa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riga per riga: filtri, confronti, funzioni di riepilogo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3820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8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Coincidono?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se no, ha ragione il codice: è lui che produce i numeri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Uno script che gira senza errori non è uno script giusto. Vale anche, e soprattutto, per quello scritto dall'AI.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il tuo primo script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Scrivilo, eseguilo da zero, poi controlla quello di Gemini.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Ora tocca a voi: il mini-progetto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Una domanda, dei dati, uno script, un grafico onesto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L8 — Dal notebook allo script</dc:title>
  <dc:subject>PptxGenJS Presentation</dc:subject>
  <dc:creator>SIMA 2026</dc:creator>
  <cp:lastModifiedBy>SIMA 2026</cp:lastModifiedBy>
  <cp:revision>1</cp:revision>
  <dcterms:created xsi:type="dcterms:W3CDTF">2026-10-06T09:10:13Z</dcterms:created>
  <dcterms:modified xsi:type="dcterms:W3CDTF">2026-10-06T09:10:13Z</dcterms:modified>
</cp:coreProperties>
</file>