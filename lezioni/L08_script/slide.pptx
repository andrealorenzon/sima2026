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04bb1c9-854f-9812-0062-13188c06d1d1}">
          <p14:sldIdLst>
            <p14:sldId id="256"/>
            <p14:sldId id="257"/>
          </p14:sldIdLst>
        </p14:section>
        <p14:section name="Spiegazione" id="{25e1df78-9584-55ad-d25c-26b50b746804}">
          <p14:sldIdLst>
            <p14:sldId id="258"/>
            <p14:sldId id="259"/>
            <p14:sldId id="260"/>
            <p14:sldId id="261"/>
          </p14:sldIdLst>
        </p14:section>
        <p14:section name="Task" id="{59985e86-291d-21aa-32f3-56bc41322695}">
          <p14:sldIdLst>
            <p14:sldId id="262"/>
          </p14:sldIdLst>
        </p14:section>
        <p14:section name="Mini-progetto" id="{a66aeefd-bd1e-4581-cea5-8770eefa4339}">
          <p14:sldIdLst>
            <p14:sldId id="263"/>
          </p14:sldIdLst>
        </p14:section>
        <p14:section name="Chiusura" id="{525155a8-50f6-48ff-e9ce-f68fa465a47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Ultima lezione. Il tema: la riproducibilità. Un'analisi che nessuno può rifare non vale molto, nemmeno per chi l'ha fatta.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Esempio concreto: il revisore di un articolo chiede di rifare un'analisi. Con uno script: un comando. Con un notebook eseguito in disordine: auguri.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numeri tra parentesi quadre accanto alle celle di Colab ([1], [2]...) dicono in che ordine sono state eseguite: farli notare. Runtime → Riavvia ed esegui tutto è il test minimo prima di condividere un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 proprio computer lo script si scrive con un editor (VS Code) e si lancia dal terminale con lo stesso comando, senza il punto esclamativo.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sintesi del corso: generare codice è facile, verificarlo è il mestiere.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Nella Parte 3 molti si fermeranno alla prima differenza (media/mediana). Chiedere: ce n'è un'altra.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i temi sono arrivati prima della lezione, durante il task passa nelle stanze a dire a ogni gruppo se la domanda è fattibile. Chi non l'ha mandato lo manda entro due giorni.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Dal notebook allo script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L8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Notebook e script, l'ordine di esecuzione, leggere codice altrui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Il tuo primo script e lo script di Gemini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serve per rifare un'analisi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Notebook e script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5308"/>
                </a:solidFill>
              </a:rPr>
              <a:t>NOTEBOOK (.IPYNB)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Per esplorare: provi, guardi, correggi. Le celle si eseguono in qualsiasi ordine, e il notebook ricorda tutto quello che hai fatto prima.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4000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C06E"/>
                </a:solidFill>
              </a:rPr>
              <a:t>SCRIPT (.PY)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Per rifare: si esegue sempre dall'inizio alla fine, nello stesso ordine, partendo da zero. È solo testo.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Si esplora nel notebook, si consegna lo script.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notebook ricorda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013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8013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A</a:t>
            </a:r>
            <a:endParaRPr lang="en-US" sz="1690" dirty="0"/>
          </a:p>
        </p:txBody>
      </p:sp>
      <p:sp>
        <p:nvSpPr>
          <p:cNvPr id="5" name="Shape 3"/>
          <p:cNvSpPr/>
          <p:nvPr/>
        </p:nvSpPr>
        <p:spPr>
          <a:xfrm>
            <a:off x="1325880" y="17373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54480" y="17373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1000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157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B</a:t>
            </a:r>
            <a:endParaRPr lang="en-US" sz="1690" dirty="0"/>
          </a:p>
        </p:txBody>
      </p:sp>
      <p:sp>
        <p:nvSpPr>
          <p:cNvPr id="9" name="Shape 7"/>
          <p:cNvSpPr/>
          <p:nvPr/>
        </p:nvSpPr>
        <p:spPr>
          <a:xfrm>
            <a:off x="1325880" y="26517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554480" y="2651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capitale = capitale * 1.1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630168"/>
            <a:ext cx="594360" cy="59436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3016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90" b="1" dirty="0">
                <a:solidFill>
                  <a:srgbClr val="1F2A30"/>
                </a:solidFill>
              </a:rPr>
              <a:t>C</a:t>
            </a:r>
            <a:endParaRPr lang="en-US" sz="1690" dirty="0"/>
          </a:p>
        </p:txBody>
      </p:sp>
      <p:sp>
        <p:nvSpPr>
          <p:cNvPr id="13" name="Shape 11"/>
          <p:cNvSpPr/>
          <p:nvPr/>
        </p:nvSpPr>
        <p:spPr>
          <a:xfrm>
            <a:off x="1325880" y="3566160"/>
            <a:ext cx="5120640" cy="731520"/>
          </a:xfrm>
          <a:prstGeom prst="roundRect">
            <a:avLst>
              <a:gd name="adj" fmla="val 12500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554480" y="35661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print(capitale)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49440" y="17373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7804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A, B, C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1100.0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949440" y="26517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26517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A, B, B, B, C</a:t>
            </a:r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1331.0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949440" y="3566160"/>
            <a:ext cx="4663440" cy="731520"/>
          </a:xfrm>
          <a:prstGeom prst="roundRect">
            <a:avLst>
              <a:gd name="adj" fmla="val 12500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78040" y="35661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riavvio, poi C</a:t>
            </a:r>
            <a:pPr indent="0" marL="0">
              <a:buNone/>
            </a:pPr>
            <a:r>
              <a:rPr lang="en-US" sz="17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  NameError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09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Stesso codice, tre risultati diversi. La storia delle esecuzioni non è scritta da nessuna parte.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Uno script in Colab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583680" cy="1920240"/>
          </a:xfrm>
          <a:prstGeom prst="roundRect">
            <a:avLst>
              <a:gd name="adj" fmla="val 5714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126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%%writefile analisi.py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print(df.shape)</a:t>
            </a:r>
            <a:endParaRPr lang="en-US" sz="1600" dirty="0"/>
          </a:p>
        </p:txBody>
      </p:sp>
      <p:sp>
        <p:nvSpPr>
          <p:cNvPr id="6" name="card-code"/>
          <p:cNvSpPr/>
          <p:nvPr/>
        </p:nvSpPr>
        <p:spPr>
          <a:xfrm>
            <a:off x="548640" y="3886200"/>
            <a:ext cx="658368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4023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 analisi.py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28800"/>
            <a:ext cx="4114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%%writefile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 salva la cella in un file, senza eseguirla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!python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 lo esegue da zero, dall'inizio alla fine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In cima: chi, quando, quali dati, cosa fa.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Leggere il codice degli altri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dice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il commento, il nome della funzione, la richiesta fatta a Gemini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2816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024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936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0248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Cosa fa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0248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riga per riga: filtri, confronti, funzioni di riepilogo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07680" y="1737360"/>
            <a:ext cx="3505200" cy="2926080"/>
          </a:xfrm>
          <a:prstGeom prst="roundRect">
            <a:avLst>
              <a:gd name="adj" fmla="val 3750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3820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888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82000" y="3154680"/>
            <a:ext cx="295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Coincidono?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382000" y="3703320"/>
            <a:ext cx="295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se no, ha ragione il codice: è lui che produce i numeri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Uno script che gira senza errori non è uno script giusto. Vale anche, e soprattutto, per quello scritto dall'AI.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il tuo primo script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Scrivilo, eseguilo da zero, poi controlla quello di Gemini.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mini-progetto finale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258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Una domanda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piccola e precisa, con i dati che avete scelto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38328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365760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488" y="225856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5760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 casa, in 3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65760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fino all'ultimo incontro, con uno sportello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21792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649224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9128" y="225856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9224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Il notebook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49224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 lo script, che girano da zero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9052560" y="1737360"/>
            <a:ext cx="2560320" cy="2743200"/>
          </a:xfrm>
          <a:prstGeom prst="roundRect">
            <a:avLst>
              <a:gd name="adj" fmla="val 4286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9326880" y="201168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3768" y="225856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2688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10 minuti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932688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e ognuno sa spiegare tutto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4846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Istruzioni, tappe e criteri: nel notebook dell'E4. Il giorno prima dell'ultimo incontro mandate il link.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Ora tocca a voi: il mini-progetto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Una domanda, dei dati, uno script, un grafico onesto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L8 — Dal notebook allo script</dc:title>
  <dc:subject>PptxGenJS Presentation</dc:subject>
  <dc:creator>SIMA 2026</dc:creator>
  <cp:lastModifiedBy>SIMA 2026</cp:lastModifiedBy>
  <cp:revision>1</cp:revision>
  <dcterms:created xsi:type="dcterms:W3CDTF">2026-10-09T09:09:01Z</dcterms:created>
  <dcterms:modified xsi:type="dcterms:W3CDTF">2026-10-09T09:09:01Z</dcterms:modified>
</cp:coreProperties>
</file>