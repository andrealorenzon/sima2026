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b0e1a9c-7225-8cd0-c471-f946b8dea045}">
          <p14:sldIdLst>
            <p14:sldId id="256"/>
            <p14:sldId id="257"/>
          </p14:sldIdLst>
        </p14:section>
        <p14:section name="Spiegazione" id="{9a5313e9-7d6a-e0fd-e1bc-00251d9bab75}">
          <p14:sldIdLst>
            <p14:sldId id="258"/>
            <p14:sldId id="259"/>
            <p14:sldId id="260"/>
          </p14:sldIdLst>
        </p14:section>
        <p14:section name="Task" id="{74871b5a-3a61-8bc4-00b6-ada77fd80471}">
          <p14:sldIdLst>
            <p14:sldId id="261"/>
          </p14:sldIdLst>
        </p14:section>
        <p14:section name="Chiusura" id="{85b1fe8d-e468-43c9-16fc-569cb9c03a8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novità: dati veri e la regressione. La regressione si usa come scatola nera: lanciarla e leggerla, non derivarla.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aprire la pagina GitHub di Our World in Data (owid/co2-data), mostrare il file CSV e il file che descrive le colonne (codebook). Leggere sempre la descrizione delle colonne prima di usarle.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il problema degli aggregati: il passo 4 del task serve a scoprirlo.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summary è lungo e spaventa: indicare solo i tre numeri da leggere. Il resto (errori standard, p-value) verrà nei corsi di metodi.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download del CSV richiede qualche secondo. Al passo 4 la somma sarà enorme: chiedere cosa contiene davvero la colonna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L7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Leggere dati dal web, la regressione con statsmodels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CO₂ nel mondo, fatturato e addetti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Gli aggregati nascosti e le osservazioni perse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Dati da internet: un indirizzo al posto del file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4980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"https://raw.githubusercontent.com/owid/...csv"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 = pd.read_csv(url)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Molti enti pubblicano dati scaricabili: Our World in Data, Eurostat, ISTAT, Banca d'Italia, World Bank.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Se il file è online, read_csv e read_excel accettano direttamente l'indirizzo.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Il vantaggio: rilanci il notebook e hai i dati aggiornati.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F4C5C"/>
                </a:solidFill>
              </a:rPr>
              <a:t>Il rischio: i dati cambiano, e con loro i tuoi risultati. Annota quando li hai scaricati.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la descrizione dei dati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PRIMA DI ANALIZZARE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Ogni dataset serio ha una descrizione delle colonne (codebook): unità di misura, fonte, cosa contiene davvero ogni riga.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LA DOMANDA CHIAVE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Cosa rappresenta una riga? Un paese in un anno? O anche un continente, un gruppo di paesi, il mondo intero?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Le stesse domande della L2, su dati che non hai preparato tu.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regressione in una riga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smf.ols("fatturato ~ addetti", data=df).fit()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print(m.summary())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8288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x": y in funzione di x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 + z": più variabili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OLS: la retta che passa più vicino ai punti.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di quanto cambia y, in media, se x aumenta di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quanta parte della variabilità di y è descritta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Observations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su quante righe è stata stimata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Associazione, non causa: la causalità è il mestiere dei vostri corsi di econometria.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CO₂ e fatturato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Dati veri, una regressione, e qualche sorpresa.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Pensa a una domanda per il mini-progetto finale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L7 — Dati da internet e una regressione</dc:title>
  <dc:subject>PptxGenJS Presentation</dc:subject>
  <dc:creator>SIMA 2026</dc:creator>
  <cp:lastModifiedBy>SIMA 2026</cp:lastModifiedBy>
  <cp:revision>1</cp:revision>
  <dcterms:created xsi:type="dcterms:W3CDTF">2026-10-06T09:07:16Z</dcterms:created>
  <dcterms:modified xsi:type="dcterms:W3CDTF">2026-10-06T09:07:16Z</dcterms:modified>
</cp:coreProperties>
</file>