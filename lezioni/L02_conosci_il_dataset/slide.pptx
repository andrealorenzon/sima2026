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5508afa-f2ac-3017-975f-2666b4835290}">
          <p14:sldIdLst>
            <p14:sldId id="256"/>
            <p14:sldId id="257"/>
          </p14:sldIdLst>
        </p14:section>
        <p14:section name="Spiegazione" id="{4e6350d6-efc8-cd7f-ebc4-5b00c8d00f92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3404b5d1-4130-877d-3f23-6fb3358bc484}">
          <p14:sldIdLst>
            <p14:sldId id="263"/>
          </p14:sldIdLst>
        </p14:section>
        <p14:section name="Debrief" id="{17dfb8e3-993a-1850-ed5a-2b8178c0f9e6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441a25d8-3da6-7045-5679-0cd8573b56d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2026-10-06T07:59:58Z</dcterms:created>
  <dcterms:modified xsi:type="dcterms:W3CDTF">2026-10-06T07:59:58Z</dcterms:modified>
</cp:coreProperties>
</file>