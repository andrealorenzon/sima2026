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618fa29-840f-1f1d-d847-59de8dfeea60}">
          <p14:sldIdLst>
            <p14:sldId id="256"/>
            <p14:sldId id="257"/>
          </p14:sldIdLst>
        </p14:section>
        <p14:section name="Spiegazione" id="{e4bd4884-496c-aee3-712c-7a144cb1e5ad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Task" id="{553fd692-5009-6e3a-b4ff-e7df6f74d7c4}">
          <p14:sldIdLst>
            <p14:sldId id="268"/>
          </p14:sldIdLst>
        </p14:section>
        <p14:section name="Chiusura" id="{e0af53d6-c449-6784-2d24-4b04cc10989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alla lavagna la riga di caselle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condizione: == chiede «è uguale?»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lezioni, ed esercizi C1-C2 del notebook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2026-10-06T11:01:55Z</dcterms:created>
  <dcterms:modified xsi:type="dcterms:W3CDTF">2026-10-06T11:01:55Z</dcterms:modified>
</cp:coreProperties>
</file>