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d308f67-2742-b9f5-e3a9-a7b27cb3c1d4}">
          <p14:sldIdLst>
            <p14:sldId id="256"/>
            <p14:sldId id="257"/>
          </p14:sldIdLst>
        </p14:section>
        <p14:section name="Spiegazione" id="{cd98ec2c-0f88-a325-2596-54768aca84f4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ask" id="{2cbdaef9-83e1-e2f7-5e7e-0406bee361fb}">
          <p14:sldIdLst>
            <p14:sldId id="269"/>
          </p14:sldIdLst>
        </p14:section>
        <p14:section name="Chiusura" id="{e376c9c1-df0c-3eff-57dd-8cee914882a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liste torneranno di continuo: più colonne (subito, nella prossima slide), i risultati di un ciclo e l'elenco dei file (L8). DEMO: regioni[0:2] e len dopo append.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la riga di caselle con la lavagna di Zoom (Condividi → Lavagna)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liste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766560" cy="2926080"/>
          </a:xfrm>
          <a:prstGeom prst="roundRect">
            <a:avLst>
              <a:gd name="adj" fmla="val 375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309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 = ["Lombardia", "Lazio", "Sicilia"]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len(regioni)        # 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regioni[0]          # "Lombardia"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regioni[-1]         # "Sicilia"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regioni.append("Puglia")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1828800"/>
            <a:ext cx="393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sequenza di valori tra parentesi quadre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Si conta da 0, come in tutto Python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Lo slicing funziona come sul testo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0F4C5C"/>
                </a:solidFill>
              </a:rPr>
              <a:t>Più colonne di una tabella? Una lista di nomi.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condizione: == chiede «è uguale?»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lezioni, ed esercizi C1-C2 del notebook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2026-10-25T09:30:39Z</dcterms:created>
  <dcterms:modified xsi:type="dcterms:W3CDTF">2026-10-25T09:30:39Z</dcterms:modified>
</cp:coreProperties>
</file>