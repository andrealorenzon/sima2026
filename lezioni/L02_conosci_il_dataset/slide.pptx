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a38cc86-cf05-e9fb-a4ef-23a512308108}">
          <p14:sldIdLst>
            <p14:sldId id="256"/>
            <p14:sldId id="257"/>
          </p14:sldIdLst>
        </p14:section>
        <p14:section name="Spiegazione" id="{cf0d9cdd-4781-96b3-e551-4e4b7564b4e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31601de4-f41f-7268-df87-cf496545d941}">
          <p14:sldIdLst>
            <p14:sldId id="268"/>
          </p14:sldIdLst>
        </p14:section>
        <p14:section name="Chiusura" id="{9a63ecdf-81fd-f530-63cc-7044e8a6955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2026-10-06T08:37:03Z</dcterms:created>
  <dcterms:modified xsi:type="dcterms:W3CDTF">2026-10-06T08:37:03Z</dcterms:modified>
</cp:coreProperties>
</file>