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84e28ff-6c48-7e57-51c8-1a4f61c4e7d2}">
          <p14:sldIdLst>
            <p14:sldId id="256"/>
            <p14:sldId id="257"/>
          </p14:sldIdLst>
        </p14:section>
        <p14:section name="Spiegazione" id="{3af599b8-f255-fc85-dbad-456a73648190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Task" id="{3c6b72fc-f664-806f-cf9e-ac8cb9503180}">
          <p14:sldIdLst>
            <p14:sldId id="268"/>
          </p14:sldIdLst>
        </p14:section>
        <p14:section name="Chiusura" id="{d1ed0d26-7f17-928e-1236-f588ce6a93d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alla lavagna la riga di caselle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serve raramente con i DataFrame (df.iloc[::100] per vedere una riga ogni 100 è il caso tipico), ma [::-1] per invertire è un classico che troveranno ovunque.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condizione: == chiede «è uguale?»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Omissioni e passo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Omettere inizio o fine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Il terzo numero: il passo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Se manca l'inizio si parte da 0; se manca la fine si arriva in fondo.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[inizio:fine:passo]  —  ogni quante caselle prenderne una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x[0:3]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x[3:6]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x[:] 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x[0:6]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tutto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D F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x[::-1]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E D C B 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  Con il passo negativo si va all'indietro: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[::-1]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inverte.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2026-10-06T08:48:10Z</dcterms:created>
  <dcterms:modified xsi:type="dcterms:W3CDTF">2026-10-06T08:48:10Z</dcterms:modified>
</cp:coreProperties>
</file>