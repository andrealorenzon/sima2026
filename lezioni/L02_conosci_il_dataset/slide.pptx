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0ed819d-5cf3-f0d9-7389-49f22bd2869e}">
          <p14:sldIdLst>
            <p14:sldId id="256"/>
            <p14:sldId id="257"/>
          </p14:sldIdLst>
        </p14:section>
        <p14:section name="Spiegazione" id="{1225102d-2042-a945-dae1-9da7f6fc809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ask" id="{8a6eb5d2-4bdf-c282-8f07-de1057aceae3}">
          <p14:sldIdLst>
            <p14:sldId id="267"/>
          </p14:sldIdLst>
        </p14:section>
        <p14:section name="Chiusura" id="{d1ad9fb2-fd71-6fd7-777f-da0b673fe5a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2026-10-06T08:29:23Z</dcterms:created>
  <dcterms:modified xsi:type="dcterms:W3CDTF">2026-10-06T08:29:23Z</dcterms:modified>
</cp:coreProperties>
</file>