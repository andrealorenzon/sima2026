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481c710-09b6-6f4a-64ed-48213ce8b089}">
          <p14:sldIdLst>
            <p14:sldId id="256"/>
            <p14:sldId id="257"/>
          </p14:sldIdLst>
        </p14:section>
        <p14:section name="Spiegazione" id="{2ce6630a-8d19-12a8-ef99-912cfcced91e}">
          <p14:sldIdLst>
            <p14:sldId id="258"/>
            <p14:sldId id="259"/>
            <p14:sldId id="260"/>
            <p14:sldId id="261"/>
            <p14:sldId id="262"/>
          </p14:sldIdLst>
        </p14:section>
        <p14:section name="Task" id="{8669d9c9-5b31-4286-24f2-4c78f113f568}">
          <p14:sldIdLst>
            <p14:sldId id="263"/>
          </p14:sldIdLst>
        </p14:section>
        <p14:section name="Chiusura" id="{16b2a64c-6d51-be50-450d-9509c9cef3d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 (~40 min)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2026-10-06T08:12:07Z</dcterms:created>
  <dcterms:modified xsi:type="dcterms:W3CDTF">2026-10-06T08:12:07Z</dcterms:modified>
</cp:coreProperties>
</file>