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b588ab1-56ab-8c0e-92e6-5f95d4fcd06c}">
          <p14:sldIdLst>
            <p14:sldId id="256"/>
            <p14:sldId id="257"/>
          </p14:sldIdLst>
        </p14:section>
        <p14:section name="Spiegazione" id="{8d1805c1-1586-6993-45cd-1529ea0df0f8}">
          <p14:sldIdLst>
            <p14:sldId id="258"/>
            <p14:sldId id="259"/>
            <p14:sldId id="260"/>
            <p14:sldId id="261"/>
          </p14:sldIdLst>
        </p14:section>
        <p14:section name="Task" id="{dcbebbc6-abb5-105c-7421-497b59f0e6c2}">
          <p14:sldIdLst>
            <p14:sldId id="262"/>
          </p14:sldIdLst>
        </p14:section>
        <p14:section name="Debrief" id="{9021cb22-b6ff-7101-614e-6ae2dca00046}">
          <p14:sldIdLst>
            <p14:sldId id="263"/>
            <p14:sldId id="264"/>
            <p14:sldId id="265"/>
          </p14:sldIdLst>
        </p14:section>
        <p14:section name="Chiusura" id="{b551f9e0-6f49-c314-b246-b0e13270c91c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il coding batte Excel in modo evidente. Partire dalla domanda: chi ha mai dovuto rifare lo stesso lavoro su tanti file?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Scrivi la ricetta una volta, la usi quante volte vuoi. Se trovi un errore, lo correggi in un posto solo. Far notare che una funzione senza return restituisce None: errore frequente.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aggiungere una riga senza rientro dopo il ciclo e far vedere che viene eseguita una volta sola,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il pannello dei file di Colab dopo il git clone. Path è il modo moderno di gestire i percorsi in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anticipare quale file darà problemi.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passo 6 il ciclo si ferma: è voluto. Aiutare a leggere l'errore, non a risolverlo.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Collegare alla L1: gli errori sono amici. Qui l'errore ha evitato un riepilogo con 19 regioni su 20. Nel bonus B2, senza la correzione, concat avrebbe creato due colonne diverse.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Funzioni e cicli: automatizzare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L6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Funzioni, cicli, cartelle di file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Lo stesso riepilogo su 20 file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Il file diverso dagli altri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Una funzione è una ricetta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ricavo(prezzo, quantita):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totale = prezzo * quantita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totale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ricavo(12.5, 40)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4297680"/>
            <a:ext cx="658368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75488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500.0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dà un nome alla ricetta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tra parentesi gli ingredienti (parametri)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è il piatto che esce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(4 spazi) dice cosa fa parte della ricetta.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 ciclo ripete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828800"/>
          </a:xfrm>
          <a:prstGeom prst="roundRect">
            <a:avLst>
              <a:gd name="adj" fmla="val 6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citta in ["Milano", "Roma", "Napoli"]: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print(citta.upper())</a:t>
            </a:r>
            <a:endParaRPr lang="en-US" sz="1800" dirty="0"/>
          </a:p>
        </p:txBody>
      </p:sp>
      <p:sp>
        <p:nvSpPr>
          <p:cNvPr id="6" name="card-out"/>
          <p:cNvSpPr/>
          <p:nvPr/>
        </p:nvSpPr>
        <p:spPr>
          <a:xfrm>
            <a:off x="548640" y="3749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MILANO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NAPOLI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rgbClr val="1F2A30"/>
                </a:solidFill>
              </a:rPr>
              <a:t>«per ogni città nella lista, fai questo»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La variabile </a:t>
            </a:r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citta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 cambia valore a ogni giro.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0F4C5C"/>
                </a:solidFill>
              </a:rPr>
              <a:t>Il rientro dice cosa si ripete.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Funzione + ciclo + cartella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731520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858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pathlib import Path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= sorted(Path("dati").glob("*.xlsx"))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risultati = []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f in file: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risultati.append(riepilogo(f))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 = pd.DataFrame(risultati)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182880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glob trova tutti i file che corrispondono a uno schema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Ogni giro: un file, un riepilogo, aggiunto alla lista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Alla fine la lista diventa una tabella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0F4C5C"/>
                </a:solidFill>
              </a:rPr>
              <a:t>20 file o 2.000: stesso codice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In Colab i file del corso si scaricano con git clone: compaiono nel pannello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Quando un ciclo si ferma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IL TRUCCO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Stampa il nome del file prima di elaborarlo. Se si ferma con un errore, l'ultimo nome stampato è il colpevole.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POI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Apri quel file e guardalo: cosa ha di diverso dagli altri? Correggi la funzione in modo che regga anche quel caso.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file «tutti uguali» non sono mai tutti uguali.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20 file, un riepilogo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Scrivi la ricetta una volta, ripetila su tutti.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Il file diverso dagli altri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Molise</a:t>
            </a:r>
            <a:endParaRPr lang="en-US" sz="3600" dirty="0"/>
          </a:p>
        </p:txBody>
      </p:sp>
      <p:sp>
        <p:nvSpPr>
          <p:cNvPr id="3" name="card-err"/>
          <p:cNvSpPr/>
          <p:nvPr/>
        </p:nvSpPr>
        <p:spPr>
          <a:xfrm>
            <a:off x="548640" y="173736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KeyError: 'fatturato'</a:t>
            </a:r>
            <a:endParaRPr lang="en-US" sz="2000" dirty="0"/>
          </a:p>
        </p:txBody>
      </p:sp>
      <p:sp>
        <p:nvSpPr>
          <p:cNvPr id="6" name="card-code"/>
          <p:cNvSpPr/>
          <p:nvPr/>
        </p:nvSpPr>
        <p:spPr>
          <a:xfrm>
            <a:off x="548640" y="315468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df.columns = df.columns.str.lower()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182880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In Molise.xlsx la colonna si chiamava «Fatturato», con la maiuscola.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In Excel non ce ne saremmo accorti: avremmo cliccato sulla colonna giusta.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Il codice si è fermato, e ce l'ha detto. Meglio un errore che un risultato sbagliato.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guadagnato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58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Ripetibile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domani arrivano i dati del 2024: rilanci tutto e hai il nuovo report.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2816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0248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368" y="225856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48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Scalabile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0248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20 file o 2.000, il codice non cambia.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0768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38200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888" y="225856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8200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Correggibile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8200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 errore nella ricetta si corregge in un punto solo.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dati da internet e una regressione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funzioni e cicli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L6 — Funzioni e cicli: automatizzare</dc:title>
  <dc:subject>PptxGenJS Presentation</dc:subject>
  <dc:creator>SIMA 2026</dc:creator>
  <cp:lastModifiedBy>SIMA 2026</cp:lastModifiedBy>
  <cp:revision>1</cp:revision>
  <dcterms:created xsi:type="dcterms:W3CDTF">2026-10-06T09:04:41Z</dcterms:created>
  <dcterms:modified xsi:type="dcterms:W3CDTF">2026-10-06T09:04:41Z</dcterms:modified>
</cp:coreProperties>
</file>