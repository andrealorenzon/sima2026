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34dcb29-345e-beea-0d27-d2ec13bf9769}">
          <p14:sldIdLst>
            <p14:sldId id="256"/>
            <p14:sldId id="257"/>
          </p14:sldIdLst>
        </p14:section>
        <p14:section name="Spiegazione" id="{aefcb696-0e3c-c465-5524-61e8c48d9f0f}">
          <p14:sldIdLst>
            <p14:sldId id="258"/>
            <p14:sldId id="259"/>
            <p14:sldId id="260"/>
          </p14:sldIdLst>
        </p14:section>
        <p14:section name="Task" id="{bf028c75-ae2f-7467-9a74-10a2c6d829bd}">
          <p14:sldIdLst>
            <p14:sldId id="261"/>
          </p14:sldIdLst>
        </p14:section>
        <p14:section name="Debrief" id="{0a9ee027-690b-a6ba-15e1-d16a184eff2e}">
          <p14:sldIdLst>
            <p14:sldId id="262"/>
            <p14:sldId id="263"/>
            <p14:sldId id="264"/>
            <p14:sldId id="265"/>
          </p14:sldIdLst>
        </p14:section>
        <p14:section name="Chiusura" id="{b08b9ef4-880a-02cd-0d77-b9b83d204b5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L3: avevamo detto che str.title() avrebbe creato problemi oggi. Le chiavi scritte male sono il problema numero uno delle unioni.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chiave deve essere scritta in modo IDENTICO nelle due tabelle: maiuscole, spazi, trattini. È lo stesso problema della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Consiglio pratico: usare sempre how='left' quando si arricchisce una tabella con informazioni di un'altra. La tabella principale non deve perdere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'più righe' si controlla con validate='many_to_one' (bonus B1).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2 molti non si accorgeranno delle righe perse. Non dirlo: chiedere solo 'quante righe ti aspettavi?'.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se n'è accorto al passo 2? Chi solo al passo 3? Senza il conteggio, il Nord-Est avrebbe perso due regioni intere.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ottenere numeri per regione corretti: prima si aggrega (una riga per regione), poi si unisce. È quello che fa il passo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L6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merge, inner e left, contare le righe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Imprese più regioni: macroaree e popolazione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righe sparite e i 12 miliardi di italiani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Unire: come CERCA.VERT, per tutte le righe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9184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+</a:t>
            </a:r>
            <a:endParaRPr lang="en-US" sz="3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37360"/>
          <a:ext cx="2743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=</a:t>
            </a:r>
            <a:endParaRPr lang="en-US" sz="3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</a:tbl>
          </a:graphicData>
        </a:graphic>
      </p:graphicFrame>
      <p:sp>
        <p:nvSpPr>
          <p:cNvPr id="8" name="card-code"/>
          <p:cNvSpPr/>
          <p:nvPr/>
        </p:nvSpPr>
        <p:spPr>
          <a:xfrm>
            <a:off x="548640" y="36576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114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 how="left")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3703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on: la colonna che le due tabelle hanno in comune (la chiave).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La macroarea del Lazio viene copiata su ogni impresa del Lazio.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Chi resta e chi sparisce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0F4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HOW="INNER" (PREDEFINITO)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Tiene solo le righe che trovano corrispondenza in entrambe le tabelle. Le altre spariscono, senza avvisare.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HOW="LEFT"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Tiene tutte le righe della tabella di sinistra. Dove non trova corrispondenza mette valori mancanti, che puoi contare.</a:t>
            </a:r>
            <a:endParaRPr lang="en-US" sz="1900" dirty="0"/>
          </a:p>
        </p:txBody>
      </p:sp>
      <p:sp>
        <p:nvSpPr>
          <p:cNvPr id="9" name="card-code"/>
          <p:cNvSpPr/>
          <p:nvPr/>
        </p:nvSpPr>
        <p:spPr>
          <a:xfrm>
            <a:off x="548640" y="44805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9377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how="left", indicator=True)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526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indicator=True aggiunge una colonna _merge: both, left_only, right_only.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4C5C"/>
                </a:solidFill>
              </a:rPr>
              <a:t>Così vedi chi non ha trovato corrispondenza.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le righe, prima e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645920"/>
          </a:xfrm>
          <a:prstGeom prst="roundRect">
            <a:avLst>
              <a:gd name="adj" fmla="val 6667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unito = df.merge(regioni, on="regione")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print(unito.shape)</a:t>
            </a:r>
            <a:endParaRPr lang="en-US" sz="1700" dirty="0"/>
          </a:p>
        </p:txBody>
      </p:sp>
      <p:sp>
        <p:nvSpPr>
          <p:cNvPr id="6" name="card-out"/>
          <p:cNvSpPr/>
          <p:nvPr/>
        </p:nvSpPr>
        <p:spPr>
          <a:xfrm>
            <a:off x="548640" y="36118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(870, 7)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Arricchire una tabella non deve cambiare il numero di righe.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Meno righe: chiavi che non combaciano.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Più righe: chiavi ripetute nella seconda tabella.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9E2A2B"/>
                </a:solidFill>
              </a:rPr>
              <a:t>Nessun errore in entrambi i casi.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unisci imprese e regioni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Dopo ogni unione: conta le righe.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Le unioni che mentono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260 righe sparite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</a:rPr>
              <a:t>2.500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righe in df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2.240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righe dopo il merge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Emilia-Romagna (190 righe) e Trentino-Alto Adige (70) non hanno trovato corrispondenza: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regioni.xlsx erano «Emilia Romagna» e «Trentino-Alto Adige/Suedtirol».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9E2A2B"/>
                </a:solidFill>
              </a:rPr>
              <a:t>Ogni analisi successiva le avrebbe ignorate.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12 miliardi di italiani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5C"/>
                </a:solidFill>
              </a:rPr>
              <a:t>59.014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somma in regioni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abitanti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11.638.730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somma in unito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«abitanti»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Dopo l'unione la popolazione del Lazio è ripetuta su ogni riga di ogni impresa laziale, per ogni anno.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I valori della tabella piccola si usano riga per riga, non si sommano.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Due regole per un'unione sicura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Conta le righe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prima e dopo. Arricchire non deve cambiarle. E conta i mancanti nelle colonne aggiunte.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how="left" + indicator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per vedere chi non ha trovato corrispondenza, invece di perderlo in silenzio.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chiavi scritte male sono la causa numero uno: pulizia (L3) e unione vanno insieme.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funzioni e cicli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«Renaming and Combining»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— Unire tabelle</dc:title>
  <dc:subject>PptxGenJS Presentation</dc:subject>
  <dc:creator>SIMA 2026</dc:creator>
  <cp:lastModifiedBy>SIMA 2026</cp:lastModifiedBy>
  <cp:revision>1</cp:revision>
  <dcterms:created xsi:type="dcterms:W3CDTF">2026-10-25T09:30:42Z</dcterms:created>
  <dcterms:modified xsi:type="dcterms:W3CDTF">2026-10-25T09:30:42Z</dcterms:modified>
</cp:coreProperties>
</file>