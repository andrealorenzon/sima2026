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56ad440-5ce1-fe8b-43b5-702aa5013282}">
          <p14:sldIdLst>
            <p14:sldId id="256"/>
            <p14:sldId id="257"/>
          </p14:sldIdLst>
        </p14:section>
        <p14:section name="Spiegazione" id="{3e06705d-7761-4fd0-da1e-780cb958eb0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0f4a2c04-5801-848e-a582-f4a361fc9ac5}">
          <p14:sldIdLst>
            <p14:sldId id="264"/>
          </p14:sldIdLst>
        </p14:section>
        <p14:section name="Debrief" id="{a410796a-9f6a-c86d-b18f-1f7aa4e255a1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xtra" id="{db5f0953-9945-acbe-532d-0e87e79b4670}">
          <p14:sldIdLst>
            <p14:sldId id="271"/>
          </p14:sldIdLst>
        </p14:section>
        <p14:section name="Chiusura" id="{f4aba050-a422-79ed-61e0-7aac45c396a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entrare a turno nelle stanze separate,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2026-10-12T17:30:49Z</dcterms:created>
  <dcterms:modified xsi:type="dcterms:W3CDTF">2026-10-12T17:30:49Z</dcterms:modified>
</cp:coreProperties>
</file>