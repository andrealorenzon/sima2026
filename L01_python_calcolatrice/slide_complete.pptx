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843928c-a3c3-eead-f5c3-302e6d6189f9}">
          <p14:sldIdLst>
            <p14:sldId id="256"/>
            <p14:sldId id="257"/>
          </p14:sldIdLst>
        </p14:section>
        <p14:section name="Spiegazione" id="{2a5fcde1-06ec-cadf-0998-2b46cf91bec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d9903f4a-3e18-13a6-6375-b391e4b216fc}">
          <p14:sldIdLst>
            <p14:sldId id="265"/>
          </p14:sldIdLst>
        </p14:section>
        <p14:section name="Debrief" id="{8480d438-2595-fe8f-2b17-27579205b938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xtra" id="{cb3ebf1c-b43e-a7e3-8565-e5672c34a28f}">
          <p14:sldIdLst>
            <p14:sldId id="272"/>
          </p14:sldIdLst>
        </p14:section>
        <p14:section name="Chiusura" id="{78fd95c2-a041-cea5-1649-9105a44d3b76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dal vivo: Condividi in alto a destra, aggiungere un indirizzo, scegliere Editor. L'indirizzo vero è solo nella mail, non nei materiali pubblici.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entrare a turno nelle stanze separate,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 siete bloccati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Durante la lezione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C6F7B"/>
                </a:solidFill>
              </a:rPr>
              <a:t>Scrivete nella chat di Zoom, o usate «Chiedi aiuto» nella stanza: entro io.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casa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4CB"/>
                </a:solidFill>
              </a:rPr>
              <a:t>In Colab: Condividi → aggiungete il mio indirizzo (è nella mail) come Editor. Poi scrivetemi quale passo non torna.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Con il permesso di Editor posso leggere il vostro codice e correggerlo direttamente nel vostro notebook.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2026-10-25T09:28:10Z</dcterms:created>
  <dcterms:modified xsi:type="dcterms:W3CDTF">2026-10-25T09:28:10Z</dcterms:modified>
</cp:coreProperties>
</file>