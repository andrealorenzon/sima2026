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6f8561c-4012-4dfa-870f-848b380f4ceb}">
          <p14:sldIdLst>
            <p14:sldId id="256"/>
            <p14:sldId id="257"/>
          </p14:sldIdLst>
        </p14:section>
        <p14:section name="Spiegazione" id="{1a71c95f-d0f6-5f89-aa05-cce52df6575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f5e77d71-54c1-7d20-5494-60ea3883bb98}">
          <p14:sldIdLst>
            <p14:sldId id="264"/>
          </p14:sldIdLst>
        </p14:section>
        <p14:section name="Debrief" id="{4c989b74-ab18-3404-8f67-cf9503c9da5e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xtra" id="{6b050ad6-239d-72c9-2837-288bd7b58ded}">
          <p14:sldIdLst>
            <p14:sldId id="271"/>
          </p14:sldIdLst>
        </p14:section>
        <p14:section name="Chiusura" id="{c65d09ad-8deb-b620-38dd-0921321bf7bc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 Il codice sta nel notebook di chi scrive: per questo i ruoli ruotano a ogni incontro e non a ogni passo. A fine lezione chi ha scritto condivide il notebook con gli altri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provato montante = 6400? Cosa è successo dopo, nella frase del passo 5 rieseguita? Collegare all'ordine di esecuzione delle celle. Questo == tornerà nella L2 nei filtri: df[df['anno'] == 2020].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 nel suo notebook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incontro.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= mette, == chiede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assegnazione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 ordine: metti questo valore in questa etichetta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 6400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montante ora vale 6400)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confronto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una domanda: queste due cose sono uguali?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== 6400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</a:rPr>
              <a:t>Altri confronti: 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&lt;  &gt;=  &lt;=  !=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— rispondono sempre True o False (tipo bool). Scambiare = con == non dà errore: cambia il valore in silenzio.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7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2026-10-11T07:47:13Z</dcterms:created>
  <dcterms:modified xsi:type="dcterms:W3CDTF">2026-10-11T07:47:13Z</dcterms:modified>
</cp:coreProperties>
</file>