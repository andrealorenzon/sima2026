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cd74bd4-a3aa-3733-d989-3bc8ec6e1f5d}">
          <p14:sldIdLst>
            <p14:sldId id="256"/>
            <p14:sldId id="257"/>
          </p14:sldIdLst>
        </p14:section>
        <p14:section name="Spiegazione" id="{35d3c0de-c446-ebcb-a356-2fd13233009f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24f44e97-6b2c-65ef-3e7d-a594b4e581d4}">
          <p14:sldIdLst>
            <p14:sldId id="263"/>
          </p14:sldIdLst>
        </p14:section>
        <p14:section name="Debrief" id="{86f19fdd-8797-748b-18e4-e2b62056a455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hiusura" id="{a2031043-637a-5a0e-5c40-755637e91ed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provato montante = 6400? Cosa è successo dopo, nella frase del passo 5 rieseguita? Collegare all'ordine di esecuzione delle celle. Questo == tornerà nella L2 nei filtri: df[df['anno'] == 2020].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= mette, == chiede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assegnazione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 ordine: metti questo valore in questa etichetta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 6400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montante ora vale 6400)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confronto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una domanda: queste due cose sono uguali?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== 6400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</a:rPr>
              <a:t>Altri confronti: 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&lt;  &gt;=  &lt;=  !=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— rispondono sempre True o False (tipo bool). Scambiare = con == non dà errore: cambia il valore in silenzio.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7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2026-10-06T08:48:02Z</dcterms:created>
  <dcterms:modified xsi:type="dcterms:W3CDTF">2026-10-06T08:48:02Z</dcterms:modified>
</cp:coreProperties>
</file>