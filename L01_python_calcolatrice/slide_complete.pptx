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86b9459-8b7d-f719-5622-7acd3589edfd}">
          <p14:sldIdLst>
            <p14:sldId id="256"/>
            <p14:sldId id="257"/>
          </p14:sldIdLst>
        </p14:section>
        <p14:section name="Spiegazione" id="{1b78b1fc-b7f0-5049-f5cf-b304b3deb67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713522ba-c57e-a37b-902f-e303b17cc691}">
          <p14:sldIdLst>
            <p14:sldId id="265"/>
          </p14:sldIdLst>
        </p14:section>
        <p14:section name="Debrief" id="{9e865aa1-83ba-5866-86a9-1e997301e5b0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xtra" id="{a506bef5-5ebf-6a1a-8b90-fae7b29a8ff5}">
          <p14:sldIdLst>
            <p14:sldId id="272"/>
          </p14:sldIdLst>
        </p14:section>
        <p14:section name="Chiusura" id="{7f994b09-c5b5-7778-6d69-f83b3947d0c8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dal vivo: Condividi in alto a destra, aggiungere un indirizzo, scegliere Editor. L'indirizzo con +sima2026 arriva nella casella normale ma permette di filtrare lo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 siete bloccati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Durante la lezione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C6F7B"/>
                </a:solidFill>
              </a:rPr>
              <a:t>Scrivete nella chat di Zoom, o usate «Chiedi aiuto» nella stanza: entro io.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casa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4CB"/>
                </a:solidFill>
              </a:rPr>
              <a:t>In Colab: Condividi → aggiungete andrelorenzon+sima2026@gmail.com come Editor. Poi scrivetemi quale passo non torna.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Con il permesso di Editor posso leggere il vostro codice e correggerlo direttamente nel vostro notebook.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2026-10-25T09:30:39Z</dcterms:created>
  <dcterms:modified xsi:type="dcterms:W3CDTF">2026-10-25T09:30:39Z</dcterms:modified>
</cp:coreProperties>
</file>