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dc76b16-99bb-ff74-02c2-f58930e9fe13}">
          <p14:sldIdLst>
            <p14:sldId id="256"/>
            <p14:sldId id="257"/>
          </p14:sldIdLst>
        </p14:section>
        <p14:section name="Spiegazione" id="{dd4613c8-84ff-4a2b-a8f2-782a93dd4b12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52fda5e4-61e3-c4aa-bee4-03e9613bf9c6}">
          <p14:sldIdLst>
            <p14:sldId id="263"/>
          </p14:sldIdLst>
        </p14:section>
        <p14:section name="Debrief" id="{1cc7048b-8f62-4dbc-04bf-af8efd2dc040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Extra" id="{febb1f9a-24f2-9ae8-5fd8-305592da5e2b}">
          <p14:sldIdLst>
            <p14:sldId id="270"/>
          </p14:sldIdLst>
        </p14:section>
        <p14:section name="Chiusura" id="{499da31e-8d86-db2a-d4d6-48cccb204d44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provato montante = 6400? Cosa è successo dopo, nella frase del passo 5 rieseguita? Collegare all'ordine di esecuzione delle celle. Questo == tornerà nella L2 nei filtri: df[df['anno'] == 2020].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= mette, == chiede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assegnazione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 ordine: metti questo valore in questa etichetta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 6400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montante ora vale 6400)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confronto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una domanda: queste due cose sono uguali?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== 6400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</a:rPr>
              <a:t>Altri confronti: 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&lt;  &gt;=  &lt;=  !=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— rispondono sempre True o False (tipo bool). Scambiare = con == non dà errore: cambia il valore in silenzio.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7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2026-10-06T09:29:17Z</dcterms:created>
  <dcterms:modified xsi:type="dcterms:W3CDTF">2026-10-06T09:29:17Z</dcterms:modified>
</cp:coreProperties>
</file>